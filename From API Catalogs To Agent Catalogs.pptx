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33" r:id="rId7"/>
  </p:sldMasterIdLst>
  <p:notesMasterIdLst>
    <p:notesMasterId r:id="rId26"/>
  </p:notesMasterIdLst>
  <p:handoutMasterIdLst>
    <p:handoutMasterId r:id="rId27"/>
  </p:handoutMasterIdLst>
  <p:sldIdLst>
    <p:sldId id="297" r:id="rId8"/>
    <p:sldId id="286" r:id="rId9"/>
    <p:sldId id="299" r:id="rId10"/>
    <p:sldId id="300" r:id="rId11"/>
    <p:sldId id="258" r:id="rId12"/>
    <p:sldId id="302" r:id="rId13"/>
    <p:sldId id="259" r:id="rId14"/>
    <p:sldId id="303" r:id="rId15"/>
    <p:sldId id="260" r:id="rId16"/>
    <p:sldId id="304" r:id="rId17"/>
    <p:sldId id="263" r:id="rId18"/>
    <p:sldId id="264" r:id="rId19"/>
    <p:sldId id="265" r:id="rId20"/>
    <p:sldId id="298" r:id="rId21"/>
    <p:sldId id="309" r:id="rId22"/>
    <p:sldId id="305" r:id="rId23"/>
    <p:sldId id="278" r:id="rId24"/>
    <p:sldId id="306" r:id="rId25"/>
  </p:sldIdLst>
  <p:sldSz cx="12192000" cy="6858000"/>
  <p:notesSz cx="6858000" cy="9144000"/>
  <p:embeddedFontLst>
    <p:embeddedFont>
      <p:font typeface="72 Brand" panose="020B0604020202020204" charset="0"/>
      <p:regular r:id="rId28"/>
      <p:bold r:id="rId29"/>
      <p:italic r:id="rId30"/>
      <p:boldItalic r:id="rId31"/>
    </p:embeddedFont>
    <p:embeddedFont>
      <p:font typeface="72 Brand Medium" panose="020B0604020202020204" charset="0"/>
      <p:regular r:id="rId32"/>
      <p:italic r:id="rId33"/>
    </p:embeddedFont>
  </p:embeddedFontLst>
  <p:custDataLst>
    <p:tags r:id="rId34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A27FD4-3B13-45D0-4F9D-DCAF4873CB7D}" name="Heimler, Simon" initials="HS" userId="S::simon.heimler@sap.com::d4f4bf6e-3bf0-4572-8a2e-454cc7c6b2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7CBF"/>
    <a:srgbClr val="FFFFFF"/>
    <a:srgbClr val="F1F7FA"/>
    <a:srgbClr val="FDFDFD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FDD46-A7E3-4707-B4C6-9FCD09C7D16A}" v="525" dt="2026-09-15T09:15:02.547"/>
    <p1510:client id="{A0CA475A-94F0-6D4B-851F-1B23F5A34A01}" v="294" dt="2026-09-15T09:15:06.70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tags" Target="tags/tag1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2.fntdata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damsetti, Vyshnavi" userId="7490cab4-c36d-44c7-aa95-abf70b98127a" providerId="ADAL" clId="{12FE5914-9F7A-4C1F-9D21-6C86A49FF53A}"/>
    <pc:docChg chg="undo custSel addSld delSld modSld sldOrd modMainMaster">
      <pc:chgData name="Gadamsetti, Vyshnavi" userId="7490cab4-c36d-44c7-aa95-abf70b98127a" providerId="ADAL" clId="{12FE5914-9F7A-4C1F-9D21-6C86A49FF53A}" dt="2026-09-15T09:15:02.546" v="1408" actId="6549"/>
      <pc:docMkLst>
        <pc:docMk/>
      </pc:docMkLst>
      <pc:sldChg chg="addSp delSp modSp add mod setBg modNotesTx">
        <pc:chgData name="Gadamsetti, Vyshnavi" userId="7490cab4-c36d-44c7-aa95-abf70b98127a" providerId="ADAL" clId="{12FE5914-9F7A-4C1F-9D21-6C86A49FF53A}" dt="2026-09-14T12:57:28.354" v="1302" actId="478"/>
        <pc:sldMkLst>
          <pc:docMk/>
          <pc:sldMk cId="1422784522" sldId="258"/>
        </pc:sldMkLst>
        <pc:spChg chg="add del mod">
          <ac:chgData name="Gadamsetti, Vyshnavi" userId="7490cab4-c36d-44c7-aa95-abf70b98127a" providerId="ADAL" clId="{12FE5914-9F7A-4C1F-9D21-6C86A49FF53A}" dt="2026-09-14T12:57:17.740" v="1301" actId="1076"/>
          <ac:spMkLst>
            <pc:docMk/>
            <pc:sldMk cId="1422784522" sldId="258"/>
            <ac:spMk id="2" creationId="{EC854708-A71B-4A74-AD84-A8163005FAEA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422784522" sldId="258"/>
            <ac:spMk id="3" creationId="{D1BFFFE6-C606-4928-B629-643129050524}"/>
          </ac:spMkLst>
        </pc:spChg>
        <pc:spChg chg="add del mod">
          <ac:chgData name="Gadamsetti, Vyshnavi" userId="7490cab4-c36d-44c7-aa95-abf70b98127a" providerId="ADAL" clId="{12FE5914-9F7A-4C1F-9D21-6C86A49FF53A}" dt="2026-09-14T12:57:28.354" v="1302" actId="478"/>
          <ac:spMkLst>
            <pc:docMk/>
            <pc:sldMk cId="1422784522" sldId="258"/>
            <ac:spMk id="4" creationId="{96083C76-FF81-4564-CF2D-F000F369679D}"/>
          </ac:spMkLst>
        </pc:spChg>
        <pc:spChg chg="add 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422784522" sldId="258"/>
            <ac:spMk id="5" creationId="{DDC948D7-6051-B72B-1839-ED877F8B9FE7}"/>
          </ac:spMkLst>
        </pc:spChg>
        <pc:spChg chg="mod">
          <ac:chgData name="Gadamsetti, Vyshnavi" userId="7490cab4-c36d-44c7-aa95-abf70b98127a" providerId="ADAL" clId="{12FE5914-9F7A-4C1F-9D21-6C86A49FF53A}" dt="2026-09-14T12:57:17.740" v="1301" actId="1076"/>
          <ac:spMkLst>
            <pc:docMk/>
            <pc:sldMk cId="1422784522" sldId="258"/>
            <ac:spMk id="6" creationId="{77C49C17-4855-45C6-93F6-97F6732606D6}"/>
          </ac:spMkLst>
        </pc:spChg>
        <pc:grpChg chg="add mod ord">
          <ac:chgData name="Gadamsetti, Vyshnavi" userId="7490cab4-c36d-44c7-aa95-abf70b98127a" providerId="ADAL" clId="{12FE5914-9F7A-4C1F-9D21-6C86A49FF53A}" dt="2026-09-11T08:09:09.837" v="707"/>
          <ac:grpSpMkLst>
            <pc:docMk/>
            <pc:sldMk cId="1422784522" sldId="258"/>
            <ac:grpSpMk id="7" creationId="{7993F3DB-0690-073B-298C-B5AE7B5E61E7}"/>
          </ac:grpSpMkLst>
        </pc:grp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1422784522" sldId="258"/>
            <ac:picMk id="10" creationId="{00000000-0000-0000-0000-000000000000}"/>
          </ac:picMkLst>
        </pc:picChg>
      </pc:sldChg>
      <pc:sldChg chg="addSp delSp modSp add mod setBg modAnim modNotesTx">
        <pc:chgData name="Gadamsetti, Vyshnavi" userId="7490cab4-c36d-44c7-aa95-abf70b98127a" providerId="ADAL" clId="{12FE5914-9F7A-4C1F-9D21-6C86A49FF53A}" dt="2026-09-14T12:58:01.163" v="1307" actId="21"/>
        <pc:sldMkLst>
          <pc:docMk/>
          <pc:sldMk cId="365099513" sldId="259"/>
        </pc:sldMkLst>
        <pc:spChg chg="mod">
          <ac:chgData name="Gadamsetti, Vyshnavi" userId="7490cab4-c36d-44c7-aa95-abf70b98127a" providerId="ADAL" clId="{12FE5914-9F7A-4C1F-9D21-6C86A49FF53A}" dt="2026-09-14T12:57:54.345" v="1306" actId="1076"/>
          <ac:spMkLst>
            <pc:docMk/>
            <pc:sldMk cId="365099513" sldId="259"/>
            <ac:spMk id="2" creationId="{6AD39BF0-A081-4442-8162-353C12587CE9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65099513" sldId="259"/>
            <ac:spMk id="3" creationId="{AC500474-ED37-430B-892D-3BE53AC819C8}"/>
          </ac:spMkLst>
        </pc:spChg>
        <pc:spChg chg="add del mod">
          <ac:chgData name="Gadamsetti, Vyshnavi" userId="7490cab4-c36d-44c7-aa95-abf70b98127a" providerId="ADAL" clId="{12FE5914-9F7A-4C1F-9D21-6C86A49FF53A}" dt="2026-09-14T12:58:01.163" v="1307" actId="21"/>
          <ac:spMkLst>
            <pc:docMk/>
            <pc:sldMk cId="365099513" sldId="259"/>
            <ac:spMk id="4" creationId="{141A9863-547D-1601-1944-2ED3FD9824C8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65099513" sldId="259"/>
            <ac:spMk id="6" creationId="{DA738D02-6A10-4AB1-9E05-3E7B4D5318C0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65099513" sldId="259"/>
            <ac:spMk id="8" creationId="{17846776-DD5E-46C3-96C6-04BBD579FBD8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65099513" sldId="259"/>
            <ac:spMk id="9" creationId="{1E43B824-C810-47CD-B1CD-08B263BA0332}"/>
          </ac:spMkLst>
        </pc:spChg>
        <pc:spChg chg="mod">
          <ac:chgData name="Gadamsetti, Vyshnavi" userId="7490cab4-c36d-44c7-aa95-abf70b98127a" providerId="ADAL" clId="{12FE5914-9F7A-4C1F-9D21-6C86A49FF53A}" dt="2026-09-14T12:47:49.896" v="1263" actId="20577"/>
          <ac:spMkLst>
            <pc:docMk/>
            <pc:sldMk cId="365099513" sldId="259"/>
            <ac:spMk id="10" creationId="{5BCF3365-6BD7-479A-8FBD-DE88F8BAC4FE}"/>
          </ac:spMkLst>
        </pc:spChg>
        <pc:spChg chg="mod">
          <ac:chgData name="Gadamsetti, Vyshnavi" userId="7490cab4-c36d-44c7-aa95-abf70b98127a" providerId="ADAL" clId="{12FE5914-9F7A-4C1F-9D21-6C86A49FF53A}" dt="2026-09-14T12:57:54.345" v="1306" actId="1076"/>
          <ac:spMkLst>
            <pc:docMk/>
            <pc:sldMk cId="365099513" sldId="259"/>
            <ac:spMk id="11" creationId="{CABF7829-05FE-4955-AAA6-7C8FC2C35D59}"/>
          </ac:spMkLst>
        </pc:spChg>
        <pc:graphicFrameChg chg="mod modGraphic">
          <ac:chgData name="Gadamsetti, Vyshnavi" userId="7490cab4-c36d-44c7-aa95-abf70b98127a" providerId="ADAL" clId="{12FE5914-9F7A-4C1F-9D21-6C86A49FF53A}" dt="2026-09-11T08:09:09.837" v="707"/>
          <ac:graphicFrameMkLst>
            <pc:docMk/>
            <pc:sldMk cId="365099513" sldId="259"/>
            <ac:graphicFrameMk id="17" creationId="{00000000-0000-0000-0000-000000000000}"/>
          </ac:graphicFrameMkLst>
        </pc:graphicFrame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365099513" sldId="259"/>
            <ac:picMk id="15" creationId="{00000000-0000-0000-0000-000000000000}"/>
          </ac:picMkLst>
        </pc:picChg>
      </pc:sldChg>
      <pc:sldChg chg="addSp delSp modSp add mod setBg modAnim modNotesTx">
        <pc:chgData name="Gadamsetti, Vyshnavi" userId="7490cab4-c36d-44c7-aa95-abf70b98127a" providerId="ADAL" clId="{12FE5914-9F7A-4C1F-9D21-6C86A49FF53A}" dt="2026-09-14T12:58:27.773" v="1312" actId="478"/>
        <pc:sldMkLst>
          <pc:docMk/>
          <pc:sldMk cId="349359531" sldId="260"/>
        </pc:sldMkLst>
        <pc:spChg chg="mod">
          <ac:chgData name="Gadamsetti, Vyshnavi" userId="7490cab4-c36d-44c7-aa95-abf70b98127a" providerId="ADAL" clId="{12FE5914-9F7A-4C1F-9D21-6C86A49FF53A}" dt="2026-09-14T12:58:24.920" v="1311" actId="1076"/>
          <ac:spMkLst>
            <pc:docMk/>
            <pc:sldMk cId="349359531" sldId="260"/>
            <ac:spMk id="2" creationId="{8718EE74-548A-48EB-940E-DCD57C5656DE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3" creationId="{57DE5996-F1B9-4694-9D2A-54EFEEB105F6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5" creationId="{CBF68BD8-FC58-45FE-B4F4-30DF10004110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6" creationId="{7C97AF0E-D3BF-4448-B7EB-CF004FBB69BB}"/>
          </ac:spMkLst>
        </pc:spChg>
        <pc:spChg chg="mod">
          <ac:chgData name="Gadamsetti, Vyshnavi" userId="7490cab4-c36d-44c7-aa95-abf70b98127a" providerId="ADAL" clId="{12FE5914-9F7A-4C1F-9D21-6C86A49FF53A}" dt="2026-09-10T17:36:24.042" v="490" actId="207"/>
          <ac:spMkLst>
            <pc:docMk/>
            <pc:sldMk cId="349359531" sldId="260"/>
            <ac:spMk id="7" creationId="{6F15BFAB-1241-49E6-A606-E170C32060A0}"/>
          </ac:spMkLst>
        </pc:spChg>
        <pc:spChg chg="mod">
          <ac:chgData name="Gadamsetti, Vyshnavi" userId="7490cab4-c36d-44c7-aa95-abf70b98127a" providerId="ADAL" clId="{12FE5914-9F7A-4C1F-9D21-6C86A49FF53A}" dt="2026-09-10T17:36:20.004" v="489" actId="207"/>
          <ac:spMkLst>
            <pc:docMk/>
            <pc:sldMk cId="349359531" sldId="260"/>
            <ac:spMk id="8" creationId="{DBD12E7D-3859-4822-B3B2-8E324849202B}"/>
          </ac:spMkLst>
        </pc:spChg>
        <pc:spChg chg="mod">
          <ac:chgData name="Gadamsetti, Vyshnavi" userId="7490cab4-c36d-44c7-aa95-abf70b98127a" providerId="ADAL" clId="{12FE5914-9F7A-4C1F-9D21-6C86A49FF53A}" dt="2026-09-10T17:19:27.999" v="417" actId="122"/>
          <ac:spMkLst>
            <pc:docMk/>
            <pc:sldMk cId="349359531" sldId="260"/>
            <ac:spMk id="9" creationId="{B92B0A78-8BC7-47B3-A972-A3FA55F8B587}"/>
          </ac:spMkLst>
        </pc:spChg>
        <pc:spChg chg="mod">
          <ac:chgData name="Gadamsetti, Vyshnavi" userId="7490cab4-c36d-44c7-aa95-abf70b98127a" providerId="ADAL" clId="{12FE5914-9F7A-4C1F-9D21-6C86A49FF53A}" dt="2026-09-10T17:19:00.575" v="414" actId="122"/>
          <ac:spMkLst>
            <pc:docMk/>
            <pc:sldMk cId="349359531" sldId="260"/>
            <ac:spMk id="10" creationId="{0B3EF50A-4F13-475E-8467-3B79EF69B642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11" creationId="{42414489-DDD1-4EF5-A7E3-DF7EC682CB0E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12" creationId="{5BE3AAE8-9905-4A3C-B070-3054F2E31E29}"/>
          </ac:spMkLst>
        </pc:spChg>
        <pc:spChg chg="mod">
          <ac:chgData name="Gadamsetti, Vyshnavi" userId="7490cab4-c36d-44c7-aa95-abf70b98127a" providerId="ADAL" clId="{12FE5914-9F7A-4C1F-9D21-6C86A49FF53A}" dt="2026-09-10T17:37:49.893" v="492" actId="207"/>
          <ac:spMkLst>
            <pc:docMk/>
            <pc:sldMk cId="349359531" sldId="260"/>
            <ac:spMk id="13" creationId="{556AD987-889E-47A8-A389-7AECB02B2294}"/>
          </ac:spMkLst>
        </pc:spChg>
        <pc:spChg chg="mod">
          <ac:chgData name="Gadamsetti, Vyshnavi" userId="7490cab4-c36d-44c7-aa95-abf70b98127a" providerId="ADAL" clId="{12FE5914-9F7A-4C1F-9D21-6C86A49FF53A}" dt="2026-09-10T17:19:27.999" v="417" actId="122"/>
          <ac:spMkLst>
            <pc:docMk/>
            <pc:sldMk cId="349359531" sldId="260"/>
            <ac:spMk id="14" creationId="{3FBF46FE-55E3-484A-9B31-09297B0CFDCE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15" creationId="{B7AE0777-6A02-468E-8A4D-F38BBFC3E9B2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16" creationId="{606D799F-D47A-492B-B4E5-8925956BBFC4}"/>
          </ac:spMkLst>
        </pc:spChg>
        <pc:spChg chg="mod">
          <ac:chgData name="Gadamsetti, Vyshnavi" userId="7490cab4-c36d-44c7-aa95-abf70b98127a" providerId="ADAL" clId="{12FE5914-9F7A-4C1F-9D21-6C86A49FF53A}" dt="2026-09-10T17:37:49.893" v="492" actId="207"/>
          <ac:spMkLst>
            <pc:docMk/>
            <pc:sldMk cId="349359531" sldId="260"/>
            <ac:spMk id="17" creationId="{F9F52446-9104-4F4A-8927-B31EC79697B3}"/>
          </ac:spMkLst>
        </pc:spChg>
        <pc:spChg chg="mod">
          <ac:chgData name="Gadamsetti, Vyshnavi" userId="7490cab4-c36d-44c7-aa95-abf70b98127a" providerId="ADAL" clId="{12FE5914-9F7A-4C1F-9D21-6C86A49FF53A}" dt="2026-09-10T17:37:49.893" v="492" actId="207"/>
          <ac:spMkLst>
            <pc:docMk/>
            <pc:sldMk cId="349359531" sldId="260"/>
            <ac:spMk id="18" creationId="{99AFB711-D91E-482F-9D00-FABE01E84BFD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19" creationId="{BC85F7B1-E753-420A-9576-D25FC41EDF30}"/>
          </ac:spMkLst>
        </pc:spChg>
        <pc:spChg chg="add mod">
          <ac:chgData name="Gadamsetti, Vyshnavi" userId="7490cab4-c36d-44c7-aa95-abf70b98127a" providerId="ADAL" clId="{12FE5914-9F7A-4C1F-9D21-6C86A49FF53A}" dt="2026-09-10T17:18:43.340" v="411" actId="1076"/>
          <ac:spMkLst>
            <pc:docMk/>
            <pc:sldMk cId="349359531" sldId="260"/>
            <ac:spMk id="20" creationId="{54EF5AB5-83B0-42D7-15F6-0E613AA5328A}"/>
          </ac:spMkLst>
        </pc:spChg>
        <pc:spChg chg="add del">
          <ac:chgData name="Gadamsetti, Vyshnavi" userId="7490cab4-c36d-44c7-aa95-abf70b98127a" providerId="ADAL" clId="{12FE5914-9F7A-4C1F-9D21-6C86A49FF53A}" dt="2026-09-14T12:58:27.773" v="1312" actId="478"/>
          <ac:spMkLst>
            <pc:docMk/>
            <pc:sldMk cId="349359531" sldId="260"/>
            <ac:spMk id="21" creationId="{99722051-D78D-C501-47A2-DD63403E1B3A}"/>
          </ac:spMkLst>
        </pc:spChg>
        <pc:spChg chg="mod">
          <ac:chgData name="Gadamsetti, Vyshnavi" userId="7490cab4-c36d-44c7-aa95-abf70b98127a" providerId="ADAL" clId="{12FE5914-9F7A-4C1F-9D21-6C86A49FF53A}" dt="2026-09-10T17:21:14.644" v="423" actId="21"/>
          <ac:spMkLst>
            <pc:docMk/>
            <pc:sldMk cId="349359531" sldId="260"/>
            <ac:spMk id="22" creationId="{1335E3C8-189B-4C1F-B0AB-11F355DE266F}"/>
          </ac:spMkLst>
        </pc:spChg>
        <pc:spChg chg="mod">
          <ac:chgData name="Gadamsetti, Vyshnavi" userId="7490cab4-c36d-44c7-aa95-abf70b98127a" providerId="ADAL" clId="{12FE5914-9F7A-4C1F-9D21-6C86A49FF53A}" dt="2026-09-14T12:58:24.920" v="1311" actId="1076"/>
          <ac:spMkLst>
            <pc:docMk/>
            <pc:sldMk cId="349359531" sldId="260"/>
            <ac:spMk id="23" creationId="{15C93D08-BE5F-4A2E-A651-0C3DEFAC04D4}"/>
          </ac:spMkLst>
        </pc:spChg>
        <pc:spChg chg="add mod">
          <ac:chgData name="Gadamsetti, Vyshnavi" userId="7490cab4-c36d-44c7-aa95-abf70b98127a" providerId="ADAL" clId="{12FE5914-9F7A-4C1F-9D21-6C86A49FF53A}" dt="2026-09-10T17:18:51.247" v="413" actId="1076"/>
          <ac:spMkLst>
            <pc:docMk/>
            <pc:sldMk cId="349359531" sldId="260"/>
            <ac:spMk id="24" creationId="{BBC8D2DD-727C-5DA6-D55A-C9A8F26A1E45}"/>
          </ac:spMkLst>
        </pc:spChg>
        <pc:spChg chg="add 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49359531" sldId="260"/>
            <ac:spMk id="25" creationId="{A10D3441-F691-C88F-9CA0-E3CD67704112}"/>
          </ac:spMkLst>
        </pc:spChg>
      </pc:sldChg>
      <pc:sldChg chg="addSp delSp modSp add del mod setBg addAnim delAnim modAnim modNotesTx">
        <pc:chgData name="Gadamsetti, Vyshnavi" userId="7490cab4-c36d-44c7-aa95-abf70b98127a" providerId="ADAL" clId="{12FE5914-9F7A-4C1F-9D21-6C86A49FF53A}" dt="2026-09-14T10:16:12.426" v="1167" actId="47"/>
        <pc:sldMkLst>
          <pc:docMk/>
          <pc:sldMk cId="1410006953" sldId="261"/>
        </pc:sldMkLst>
        <pc:spChg chg="del mod">
          <ac:chgData name="Gadamsetti, Vyshnavi" userId="7490cab4-c36d-44c7-aa95-abf70b98127a" providerId="ADAL" clId="{12FE5914-9F7A-4C1F-9D21-6C86A49FF53A}" dt="2026-09-14T09:46:02.231" v="1166" actId="478"/>
          <ac:spMkLst>
            <pc:docMk/>
            <pc:sldMk cId="1410006953" sldId="261"/>
            <ac:spMk id="2" creationId="{BA2D63A7-1DE9-4B98-A889-2408E75B5AC0}"/>
          </ac:spMkLst>
        </pc:spChg>
        <pc:spChg chg="mod">
          <ac:chgData name="Gadamsetti, Vyshnavi" userId="7490cab4-c36d-44c7-aa95-abf70b98127a" providerId="ADAL" clId="{12FE5914-9F7A-4C1F-9D21-6C86A49FF53A}" dt="2026-09-14T09:07:25.846" v="915" actId="20577"/>
          <ac:spMkLst>
            <pc:docMk/>
            <pc:sldMk cId="1410006953" sldId="261"/>
            <ac:spMk id="13" creationId="{0BCD0E8F-85F7-4CF5-BDC8-06022ACC61B9}"/>
          </ac:spMkLst>
        </pc:spChg>
        <pc:spChg chg="mod">
          <ac:chgData name="Gadamsetti, Vyshnavi" userId="7490cab4-c36d-44c7-aa95-abf70b98127a" providerId="ADAL" clId="{12FE5914-9F7A-4C1F-9D21-6C86A49FF53A}" dt="2026-09-14T09:07:40.626" v="942" actId="20577"/>
          <ac:spMkLst>
            <pc:docMk/>
            <pc:sldMk cId="1410006953" sldId="261"/>
            <ac:spMk id="15" creationId="{A01A0E73-1AFA-45BE-96DD-74ECA4B3ECA5}"/>
          </ac:spMkLst>
        </pc:spChg>
        <pc:spChg chg="mod">
          <ac:chgData name="Gadamsetti, Vyshnavi" userId="7490cab4-c36d-44c7-aa95-abf70b98127a" providerId="ADAL" clId="{12FE5914-9F7A-4C1F-9D21-6C86A49FF53A}" dt="2026-09-14T09:09:54.743" v="1069" actId="20577"/>
          <ac:spMkLst>
            <pc:docMk/>
            <pc:sldMk cId="1410006953" sldId="261"/>
            <ac:spMk id="16" creationId="{BC7E4DAC-D454-46C0-BC65-A0F78AE6F89A}"/>
          </ac:spMkLst>
        </pc:spChg>
        <pc:spChg chg="mod">
          <ac:chgData name="Gadamsetti, Vyshnavi" userId="7490cab4-c36d-44c7-aa95-abf70b98127a" providerId="ADAL" clId="{12FE5914-9F7A-4C1F-9D21-6C86A49FF53A}" dt="2026-09-14T09:06:44.416" v="907" actId="20577"/>
          <ac:spMkLst>
            <pc:docMk/>
            <pc:sldMk cId="1410006953" sldId="261"/>
            <ac:spMk id="17" creationId="{3FA1733C-13C2-44E3-80EA-B48FB1CA369B}"/>
          </ac:spMkLst>
        </pc:spChg>
        <pc:spChg chg="mod">
          <ac:chgData name="Gadamsetti, Vyshnavi" userId="7490cab4-c36d-44c7-aa95-abf70b98127a" providerId="ADAL" clId="{12FE5914-9F7A-4C1F-9D21-6C86A49FF53A}" dt="2026-09-14T09:06:55.802" v="908"/>
          <ac:spMkLst>
            <pc:docMk/>
            <pc:sldMk cId="1410006953" sldId="261"/>
            <ac:spMk id="19" creationId="{774555F0-CCD0-408F-A3FC-0808F994D397}"/>
          </ac:spMkLst>
        </pc:spChg>
        <pc:spChg chg="mod">
          <ac:chgData name="Gadamsetti, Vyshnavi" userId="7490cab4-c36d-44c7-aa95-abf70b98127a" providerId="ADAL" clId="{12FE5914-9F7A-4C1F-9D21-6C86A49FF53A}" dt="2026-09-14T09:07:03.642" v="909"/>
          <ac:spMkLst>
            <pc:docMk/>
            <pc:sldMk cId="1410006953" sldId="261"/>
            <ac:spMk id="20" creationId="{F96A330A-558B-4AA8-9425-6EDC8838E294}"/>
          </ac:spMkLst>
        </pc:spChg>
        <pc:spChg chg="mod">
          <ac:chgData name="Gadamsetti, Vyshnavi" userId="7490cab4-c36d-44c7-aa95-abf70b98127a" providerId="ADAL" clId="{12FE5914-9F7A-4C1F-9D21-6C86A49FF53A}" dt="2026-09-14T09:45:17.811" v="1116" actId="20577"/>
          <ac:spMkLst>
            <pc:docMk/>
            <pc:sldMk cId="1410006953" sldId="261"/>
            <ac:spMk id="23" creationId="{DFD1B5CE-0E4A-4F61-9BAA-35CE0FEB9FCF}"/>
          </ac:spMkLst>
        </pc:spChg>
        <pc:spChg chg="add mod">
          <ac:chgData name="Gadamsetti, Vyshnavi" userId="7490cab4-c36d-44c7-aa95-abf70b98127a" providerId="ADAL" clId="{12FE5914-9F7A-4C1F-9D21-6C86A49FF53A}" dt="2026-09-14T09:36:50.766" v="1073" actId="1076"/>
          <ac:spMkLst>
            <pc:docMk/>
            <pc:sldMk cId="1410006953" sldId="261"/>
            <ac:spMk id="32" creationId="{60D802BB-0069-D86B-1EFF-81BEBF4E479B}"/>
          </ac:spMkLst>
        </pc:spChg>
        <pc:spChg chg="add del mod">
          <ac:chgData name="Gadamsetti, Vyshnavi" userId="7490cab4-c36d-44c7-aa95-abf70b98127a" providerId="ADAL" clId="{12FE5914-9F7A-4C1F-9D21-6C86A49FF53A}" dt="2026-09-14T09:36:48.091" v="1072" actId="1076"/>
          <ac:spMkLst>
            <pc:docMk/>
            <pc:sldMk cId="1410006953" sldId="261"/>
            <ac:spMk id="33" creationId="{EBB0D04D-BB63-B7F2-392D-AB7104153237}"/>
          </ac:spMkLst>
        </pc:spChg>
        <pc:spChg chg="add mod">
          <ac:chgData name="Gadamsetti, Vyshnavi" userId="7490cab4-c36d-44c7-aa95-abf70b98127a" providerId="ADAL" clId="{12FE5914-9F7A-4C1F-9D21-6C86A49FF53A}" dt="2026-09-14T09:08:29.324" v="945" actId="108"/>
          <ac:spMkLst>
            <pc:docMk/>
            <pc:sldMk cId="1410006953" sldId="261"/>
            <ac:spMk id="37" creationId="{4ECE68CF-9CD4-BD58-4779-248D372C28A3}"/>
          </ac:spMkLst>
        </pc:spChg>
      </pc:sldChg>
      <pc:sldChg chg="addSp delSp modSp add mod setBg delAnim modAnim">
        <pc:chgData name="Gadamsetti, Vyshnavi" userId="7490cab4-c36d-44c7-aa95-abf70b98127a" providerId="ADAL" clId="{12FE5914-9F7A-4C1F-9D21-6C86A49FF53A}" dt="2026-09-14T12:59:47.354" v="1323" actId="478"/>
        <pc:sldMkLst>
          <pc:docMk/>
          <pc:sldMk cId="536803859" sldId="263"/>
        </pc:sld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536803859" sldId="263"/>
            <ac:spMk id="2" creationId="{16AB14A1-A9C5-44C4-9C7E-9BF1F356269A}"/>
          </ac:spMkLst>
        </pc:spChg>
        <pc:spChg chg="add del">
          <ac:chgData name="Gadamsetti, Vyshnavi" userId="7490cab4-c36d-44c7-aa95-abf70b98127a" providerId="ADAL" clId="{12FE5914-9F7A-4C1F-9D21-6C86A49FF53A}" dt="2026-09-14T12:59:47.354" v="1323" actId="478"/>
          <ac:spMkLst>
            <pc:docMk/>
            <pc:sldMk cId="536803859" sldId="263"/>
            <ac:spMk id="4" creationId="{B3A2D4D5-6975-C375-5DA3-31C04C35040A}"/>
          </ac:spMkLst>
        </pc:spChg>
        <pc:spChg chg="add del mod">
          <ac:chgData name="Gadamsetti, Vyshnavi" userId="7490cab4-c36d-44c7-aa95-abf70b98127a" providerId="ADAL" clId="{12FE5914-9F7A-4C1F-9D21-6C86A49FF53A}" dt="2026-09-14T12:59:43.063" v="1322" actId="478"/>
          <ac:spMkLst>
            <pc:docMk/>
            <pc:sldMk cId="536803859" sldId="263"/>
            <ac:spMk id="6" creationId="{80A3445A-ECF1-4912-AFD9-3B24DBA1F7F0}"/>
          </ac:spMkLst>
        </pc:spChg>
        <pc:spChg chg="add mod">
          <ac:chgData name="Gadamsetti, Vyshnavi" userId="7490cab4-c36d-44c7-aa95-abf70b98127a" providerId="ADAL" clId="{12FE5914-9F7A-4C1F-9D21-6C86A49FF53A}" dt="2026-09-11T08:09:09.837" v="707"/>
          <ac:spMkLst>
            <pc:docMk/>
            <pc:sldMk cId="536803859" sldId="263"/>
            <ac:spMk id="7" creationId="{0C144D49-BE3E-0052-FE4E-670785F2EB40}"/>
          </ac:spMkLst>
        </pc:sp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536803859" sldId="263"/>
            <ac:picMk id="9" creationId="{00000000-0000-0000-0000-000000000000}"/>
          </ac:picMkLst>
        </pc:picChg>
      </pc:sldChg>
      <pc:sldChg chg="addSp delSp modSp add mod ord setBg modNotesTx">
        <pc:chgData name="Gadamsetti, Vyshnavi" userId="7490cab4-c36d-44c7-aa95-abf70b98127a" providerId="ADAL" clId="{12FE5914-9F7A-4C1F-9D21-6C86A49FF53A}" dt="2026-09-14T13:00:00.891" v="1326" actId="478"/>
        <pc:sldMkLst>
          <pc:docMk/>
          <pc:sldMk cId="2065049417" sldId="264"/>
        </pc:sld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2" creationId="{E93B72EE-B720-40B8-8582-6CC41C38BC3A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3" creationId="{1D045D9B-B725-4969-A5BB-B5A801261120}"/>
          </ac:spMkLst>
        </pc:spChg>
        <pc:spChg chg="add del">
          <ac:chgData name="Gadamsetti, Vyshnavi" userId="7490cab4-c36d-44c7-aa95-abf70b98127a" providerId="ADAL" clId="{12FE5914-9F7A-4C1F-9D21-6C86A49FF53A}" dt="2026-09-14T13:00:00.891" v="1326" actId="478"/>
          <ac:spMkLst>
            <pc:docMk/>
            <pc:sldMk cId="2065049417" sldId="264"/>
            <ac:spMk id="5" creationId="{CEAA9EF1-CF0A-9053-A0CD-14B3C6AAC979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6" creationId="{90C52417-82FB-4C5A-9E5A-B6C9B87938CB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8" creationId="{8AAC91CC-3D15-42E2-9B4E-37CE31D2572C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10" creationId="{B69C0311-D9D5-47E5-9869-4EFA1DDBA86A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2065049417" sldId="264"/>
            <ac:spMk id="13" creationId="{A9025B9A-79A8-49E5-9AFF-954546B9D5E2}"/>
          </ac:spMkLst>
        </pc:spChg>
        <pc:spChg chg="mod">
          <ac:chgData name="Gadamsetti, Vyshnavi" userId="7490cab4-c36d-44c7-aa95-abf70b98127a" providerId="ADAL" clId="{12FE5914-9F7A-4C1F-9D21-6C86A49FF53A}" dt="2026-09-14T12:59:56.693" v="1325" actId="1076"/>
          <ac:spMkLst>
            <pc:docMk/>
            <pc:sldMk cId="2065049417" sldId="264"/>
            <ac:spMk id="14" creationId="{FD4CDA64-18A3-4A9A-8BF6-741EC98A9C16}"/>
          </ac:spMkLst>
        </pc:spChg>
        <pc:picChg chg="add mod">
          <ac:chgData name="Gadamsetti, Vyshnavi" userId="7490cab4-c36d-44c7-aa95-abf70b98127a" providerId="ADAL" clId="{12FE5914-9F7A-4C1F-9D21-6C86A49FF53A}" dt="2026-09-10T20:58:48.616" v="687" actId="408"/>
          <ac:picMkLst>
            <pc:docMk/>
            <pc:sldMk cId="2065049417" sldId="264"/>
            <ac:picMk id="15" creationId="{A562C373-1481-11B5-1813-8ACE29877E76}"/>
          </ac:picMkLst>
        </pc:picChg>
        <pc:picChg chg="add 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2065049417" sldId="264"/>
            <ac:picMk id="21" creationId="{4F87E1AA-72AB-7A3A-9994-70CDC0E9A7FE}"/>
          </ac:picMkLst>
        </pc:picChg>
        <pc:picChg chg="add 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2065049417" sldId="264"/>
            <ac:picMk id="24" creationId="{4E7B372E-82C6-1B44-FBD2-A0AE2489C11D}"/>
          </ac:picMkLst>
        </pc:picChg>
        <pc:picChg chg="add 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2065049417" sldId="264"/>
            <ac:picMk id="26" creationId="{D1768EFC-8568-12C3-032E-99DB87AF3A4E}"/>
          </ac:picMkLst>
        </pc:picChg>
      </pc:sldChg>
      <pc:sldChg chg="addSp delSp modSp add mod ord setBg modNotesTx">
        <pc:chgData name="Gadamsetti, Vyshnavi" userId="7490cab4-c36d-44c7-aa95-abf70b98127a" providerId="ADAL" clId="{12FE5914-9F7A-4C1F-9D21-6C86A49FF53A}" dt="2026-09-14T13:00:15.386" v="1329" actId="478"/>
        <pc:sldMkLst>
          <pc:docMk/>
          <pc:sldMk cId="498400242" sldId="265"/>
        </pc:sld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498400242" sldId="265"/>
            <ac:spMk id="2" creationId="{D92AA49D-A446-4E92-93E0-97072FBE210E}"/>
          </ac:spMkLst>
        </pc:spChg>
        <pc:spChg chg="add del">
          <ac:chgData name="Gadamsetti, Vyshnavi" userId="7490cab4-c36d-44c7-aa95-abf70b98127a" providerId="ADAL" clId="{12FE5914-9F7A-4C1F-9D21-6C86A49FF53A}" dt="2026-09-14T13:00:15.386" v="1329" actId="478"/>
          <ac:spMkLst>
            <pc:docMk/>
            <pc:sldMk cId="498400242" sldId="265"/>
            <ac:spMk id="4" creationId="{F950BAAB-D605-84DF-E5EC-7A5AC2EE803F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498400242" sldId="265"/>
            <ac:spMk id="5" creationId="{F2503A40-619F-4689-B49F-C85327DB1D87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498400242" sldId="265"/>
            <ac:spMk id="6" creationId="{8A4A92E0-5C89-4BC4-9FEB-D3888423054D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498400242" sldId="265"/>
            <ac:spMk id="8" creationId="{8E6DA6AE-5A6A-4E5D-A54B-B1267E2B25A5}"/>
          </ac:spMkLst>
        </pc:spChg>
        <pc:spChg chg="mod">
          <ac:chgData name="Gadamsetti, Vyshnavi" userId="7490cab4-c36d-44c7-aa95-abf70b98127a" providerId="ADAL" clId="{12FE5914-9F7A-4C1F-9D21-6C86A49FF53A}" dt="2026-09-14T13:00:10.361" v="1328" actId="1076"/>
          <ac:spMkLst>
            <pc:docMk/>
            <pc:sldMk cId="498400242" sldId="265"/>
            <ac:spMk id="17" creationId="{D22294B3-273E-4368-8828-6C9D5B2C696A}"/>
          </ac:spMkLst>
        </pc:spChg>
        <pc:spChg chg="add mod">
          <ac:chgData name="Gadamsetti, Vyshnavi" userId="7490cab4-c36d-44c7-aa95-abf70b98127a" providerId="ADAL" clId="{12FE5914-9F7A-4C1F-9D21-6C86A49FF53A}" dt="2026-09-11T08:09:09.837" v="707"/>
          <ac:spMkLst>
            <pc:docMk/>
            <pc:sldMk cId="498400242" sldId="265"/>
            <ac:spMk id="21" creationId="{B7A59480-47A8-87D5-44DF-058C24E72963}"/>
          </ac:spMkLst>
        </pc:spChg>
        <pc:picChg chg="add mod ord">
          <ac:chgData name="Gadamsetti, Vyshnavi" userId="7490cab4-c36d-44c7-aa95-abf70b98127a" providerId="ADAL" clId="{12FE5914-9F7A-4C1F-9D21-6C86A49FF53A}" dt="2026-09-11T08:09:09.837" v="707"/>
          <ac:picMkLst>
            <pc:docMk/>
            <pc:sldMk cId="498400242" sldId="265"/>
            <ac:picMk id="7" creationId="{DD70D1BE-2B3F-04E3-7E39-7CCD4D80ACC6}"/>
          </ac:picMkLst>
        </pc:picChg>
        <pc:picChg chg="add mod ord">
          <ac:chgData name="Gadamsetti, Vyshnavi" userId="7490cab4-c36d-44c7-aa95-abf70b98127a" providerId="ADAL" clId="{12FE5914-9F7A-4C1F-9D21-6C86A49FF53A}" dt="2026-09-10T20:57:17.071" v="681" actId="1035"/>
          <ac:picMkLst>
            <pc:docMk/>
            <pc:sldMk cId="498400242" sldId="265"/>
            <ac:picMk id="18" creationId="{5CBAB354-7056-AEF2-64F0-A670CDA0640C}"/>
          </ac:picMkLst>
        </pc:pic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498400242" sldId="265"/>
            <ac:picMk id="20" creationId="{00000000-0000-0000-0000-000000000000}"/>
          </ac:picMkLst>
        </pc:pic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498400242" sldId="265"/>
            <ac:picMk id="23" creationId="{00000000-0000-0000-0000-000000000000}"/>
          </ac:picMkLst>
        </pc:pic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498400242" sldId="265"/>
            <ac:picMk id="32" creationId="{00000000-0000-0000-0000-000000000000}"/>
          </ac:picMkLst>
        </pc:picChg>
      </pc:sldChg>
      <pc:sldChg chg="add">
        <pc:chgData name="Gadamsetti, Vyshnavi" userId="7490cab4-c36d-44c7-aa95-abf70b98127a" providerId="ADAL" clId="{12FE5914-9F7A-4C1F-9D21-6C86A49FF53A}" dt="2026-09-15T08:03:55.201" v="1388"/>
        <pc:sldMkLst>
          <pc:docMk/>
          <pc:sldMk cId="1944077802" sldId="278"/>
        </pc:sldMkLst>
      </pc:sldChg>
      <pc:sldChg chg="addSp delSp modSp mod delAnim modAnim">
        <pc:chgData name="Gadamsetti, Vyshnavi" userId="7490cab4-c36d-44c7-aa95-abf70b98127a" providerId="ADAL" clId="{12FE5914-9F7A-4C1F-9D21-6C86A49FF53A}" dt="2026-09-14T14:27:25.352" v="1378" actId="1076"/>
        <pc:sldMkLst>
          <pc:docMk/>
          <pc:sldMk cId="741140185" sldId="286"/>
        </pc:sldMkLst>
        <pc:spChg chg="add">
          <ac:chgData name="Gadamsetti, Vyshnavi" userId="7490cab4-c36d-44c7-aa95-abf70b98127a" providerId="ADAL" clId="{12FE5914-9F7A-4C1F-9D21-6C86A49FF53A}" dt="2026-09-14T12:51:49.547" v="1279" actId="22"/>
          <ac:spMkLst>
            <pc:docMk/>
            <pc:sldMk cId="741140185" sldId="286"/>
            <ac:spMk id="4" creationId="{91D5445B-2842-53F4-6950-61064715AD4E}"/>
          </ac:spMkLst>
        </pc:spChg>
        <pc:spChg chg="del mod">
          <ac:chgData name="Gadamsetti, Vyshnavi" userId="7490cab4-c36d-44c7-aa95-abf70b98127a" providerId="ADAL" clId="{12FE5914-9F7A-4C1F-9D21-6C86A49FF53A}" dt="2026-09-14T14:21:52.982" v="1331" actId="478"/>
          <ac:spMkLst>
            <pc:docMk/>
            <pc:sldMk cId="741140185" sldId="286"/>
            <ac:spMk id="5" creationId="{3F0248D3-6520-EBA4-DFB6-EA336CEF3EC9}"/>
          </ac:spMkLst>
        </pc:spChg>
        <pc:spChg chg="add del mod">
          <ac:chgData name="Gadamsetti, Vyshnavi" userId="7490cab4-c36d-44c7-aa95-abf70b98127a" providerId="ADAL" clId="{12FE5914-9F7A-4C1F-9D21-6C86A49FF53A}" dt="2026-09-14T14:22:12.565" v="1335" actId="478"/>
          <ac:spMkLst>
            <pc:docMk/>
            <pc:sldMk cId="741140185" sldId="286"/>
            <ac:spMk id="7" creationId="{E2B66B63-DA89-1090-C191-16D87449AE63}"/>
          </ac:spMkLst>
        </pc:spChg>
        <pc:spChg chg="mod ord">
          <ac:chgData name="Gadamsetti, Vyshnavi" userId="7490cab4-c36d-44c7-aa95-abf70b98127a" providerId="ADAL" clId="{12FE5914-9F7A-4C1F-9D21-6C86A49FF53A}" dt="2026-09-14T14:27:07.911" v="1376" actId="108"/>
          <ac:spMkLst>
            <pc:docMk/>
            <pc:sldMk cId="741140185" sldId="286"/>
            <ac:spMk id="14" creationId="{D7F89DF4-E432-CB2C-3F69-49A338E48F4F}"/>
          </ac:spMkLst>
        </pc:spChg>
        <pc:picChg chg="mod">
          <ac:chgData name="Gadamsetti, Vyshnavi" userId="7490cab4-c36d-44c7-aa95-abf70b98127a" providerId="ADAL" clId="{12FE5914-9F7A-4C1F-9D21-6C86A49FF53A}" dt="2026-09-14T14:27:25.352" v="1378" actId="1076"/>
          <ac:picMkLst>
            <pc:docMk/>
            <pc:sldMk cId="741140185" sldId="286"/>
            <ac:picMk id="3" creationId="{E427F330-6F99-4F3C-A437-71CC715C1953}"/>
          </ac:picMkLst>
        </pc:picChg>
      </pc:sldChg>
      <pc:sldChg chg="modSp del mod ord modShow">
        <pc:chgData name="Gadamsetti, Vyshnavi" userId="7490cab4-c36d-44c7-aa95-abf70b98127a" providerId="ADAL" clId="{12FE5914-9F7A-4C1F-9D21-6C86A49FF53A}" dt="2026-09-15T08:10:41.028" v="1404" actId="47"/>
        <pc:sldMkLst>
          <pc:docMk/>
          <pc:sldMk cId="3581353607" sldId="287"/>
        </pc:sldMkLst>
      </pc:sldChg>
      <pc:sldChg chg="modSp del mod ord modShow">
        <pc:chgData name="Gadamsetti, Vyshnavi" userId="7490cab4-c36d-44c7-aa95-abf70b98127a" providerId="ADAL" clId="{12FE5914-9F7A-4C1F-9D21-6C86A49FF53A}" dt="2026-09-15T08:10:45.081" v="1405" actId="47"/>
        <pc:sldMkLst>
          <pc:docMk/>
          <pc:sldMk cId="3515658505" sldId="290"/>
        </pc:sldMkLst>
      </pc:sldChg>
      <pc:sldChg chg="addSp delSp modSp add mod setBg">
        <pc:chgData name="Gadamsetti, Vyshnavi" userId="7490cab4-c36d-44c7-aa95-abf70b98127a" providerId="ADAL" clId="{12FE5914-9F7A-4C1F-9D21-6C86A49FF53A}" dt="2026-09-11T08:15:11.028" v="718" actId="478"/>
        <pc:sldMkLst>
          <pc:docMk/>
          <pc:sldMk cId="1822853687" sldId="297"/>
        </pc:sld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3" creationId="{73A6DE4D-DC8D-4451-8893-964BE2BBCE3C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4" creationId="{8D189701-E744-431B-9793-1EDD41141931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5" creationId="{74B922A6-D446-44EA-9E45-CB86E7675ACB}"/>
          </ac:spMkLst>
        </pc:spChg>
        <pc:spChg chg="mod">
          <ac:chgData name="Gadamsetti, Vyshnavi" userId="7490cab4-c36d-44c7-aa95-abf70b98127a" providerId="ADAL" clId="{12FE5914-9F7A-4C1F-9D21-6C86A49FF53A}" dt="2026-09-10T17:08:13.457" v="371" actId="20577"/>
          <ac:spMkLst>
            <pc:docMk/>
            <pc:sldMk cId="1822853687" sldId="297"/>
            <ac:spMk id="6" creationId="{9EE86609-5326-417A-94B2-75FEBBAB5BBF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9" creationId="{87561C7C-315F-4914-A0A6-68B3FCA3BD51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0" creationId="{806EE100-A040-4385-90ED-3275510567FB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1" creationId="{541D2562-D773-47FF-B81D-331130A5A5A5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2" creationId="{6DE17479-7CFE-42F4-A010-585890B14A67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4" creationId="{61C61385-E6CA-435A-8B0F-CDC44D406F31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5" creationId="{37851412-B444-40AC-813F-388AC4F9D490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1822853687" sldId="297"/>
            <ac:spMk id="16" creationId="{C73B709D-7046-4974-B930-C2FF8448A36D}"/>
          </ac:spMkLst>
        </pc:spChg>
        <pc:picChg chg="mod">
          <ac:chgData name="Gadamsetti, Vyshnavi" userId="7490cab4-c36d-44c7-aa95-abf70b98127a" providerId="ADAL" clId="{12FE5914-9F7A-4C1F-9D21-6C86A49FF53A}" dt="2026-09-10T17:08:34.573" v="372" actId="12789"/>
          <ac:picMkLst>
            <pc:docMk/>
            <pc:sldMk cId="1822853687" sldId="297"/>
            <ac:picMk id="22" creationId="{00000000-0000-0000-0000-000000000000}"/>
          </ac:picMkLst>
        </pc:picChg>
        <pc:picChg chg="mod">
          <ac:chgData name="Gadamsetti, Vyshnavi" userId="7490cab4-c36d-44c7-aa95-abf70b98127a" providerId="ADAL" clId="{12FE5914-9F7A-4C1F-9D21-6C86A49FF53A}" dt="2026-09-10T17:08:34.573" v="372" actId="12789"/>
          <ac:picMkLst>
            <pc:docMk/>
            <pc:sldMk cId="1822853687" sldId="297"/>
            <ac:picMk id="23" creationId="{00000000-0000-0000-0000-000000000000}"/>
          </ac:picMkLst>
        </pc:picChg>
      </pc:sldChg>
      <pc:sldChg chg="addSp delSp modSp add mod modNotesTx">
        <pc:chgData name="Gadamsetti, Vyshnavi" userId="7490cab4-c36d-44c7-aa95-abf70b98127a" providerId="ADAL" clId="{12FE5914-9F7A-4C1F-9D21-6C86A49FF53A}" dt="2026-09-15T08:03:20.613" v="1384" actId="22"/>
        <pc:sldMkLst>
          <pc:docMk/>
          <pc:sldMk cId="3738907480" sldId="298"/>
        </pc:sld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738907480" sldId="298"/>
            <ac:spMk id="2" creationId="{4F915E6A-5779-4B1C-C841-B83276BB5D65}"/>
          </ac:spMkLst>
        </pc:spChg>
        <pc:spChg chg="add mod">
          <ac:chgData name="Gadamsetti, Vyshnavi" userId="7490cab4-c36d-44c7-aa95-abf70b98127a" providerId="ADAL" clId="{12FE5914-9F7A-4C1F-9D21-6C86A49FF53A}" dt="2026-09-11T08:09:09.837" v="707"/>
          <ac:spMkLst>
            <pc:docMk/>
            <pc:sldMk cId="3738907480" sldId="298"/>
            <ac:spMk id="4" creationId="{71B4F4B1-9C5F-1D8E-2D42-17DFF340326E}"/>
          </ac:spMkLst>
        </pc:spChg>
        <pc:spChg chg="add del">
          <ac:chgData name="Gadamsetti, Vyshnavi" userId="7490cab4-c36d-44c7-aa95-abf70b98127a" providerId="ADAL" clId="{12FE5914-9F7A-4C1F-9D21-6C86A49FF53A}" dt="2026-09-15T08:03:09.601" v="1382" actId="22"/>
          <ac:spMkLst>
            <pc:docMk/>
            <pc:sldMk cId="3738907480" sldId="298"/>
            <ac:spMk id="5" creationId="{84D6C413-58A0-19C1-DC9C-E0F0C530F08F}"/>
          </ac:spMkLst>
        </pc:spChg>
        <pc:spChg chg="add del">
          <ac:chgData name="Gadamsetti, Vyshnavi" userId="7490cab4-c36d-44c7-aa95-abf70b98127a" providerId="ADAL" clId="{12FE5914-9F7A-4C1F-9D21-6C86A49FF53A}" dt="2026-09-15T08:03:20.613" v="1384" actId="22"/>
          <ac:spMkLst>
            <pc:docMk/>
            <pc:sldMk cId="3738907480" sldId="298"/>
            <ac:spMk id="7" creationId="{5846B303-3C1D-CFEF-10FD-B530EFAB9187}"/>
          </ac:spMkLst>
        </pc:spChg>
        <pc:picChg chg="mod">
          <ac:chgData name="Gadamsetti, Vyshnavi" userId="7490cab4-c36d-44c7-aa95-abf70b98127a" providerId="ADAL" clId="{12FE5914-9F7A-4C1F-9D21-6C86A49FF53A}" dt="2026-09-11T08:09:09.837" v="707"/>
          <ac:picMkLst>
            <pc:docMk/>
            <pc:sldMk cId="3738907480" sldId="298"/>
            <ac:picMk id="32" creationId="{B7F15D44-BCC7-BCDC-855F-3BA4FF21E77B}"/>
          </ac:picMkLst>
        </pc:picChg>
      </pc:sldChg>
      <pc:sldChg chg="addSp delSp modSp new mod">
        <pc:chgData name="Gadamsetti, Vyshnavi" userId="7490cab4-c36d-44c7-aa95-abf70b98127a" providerId="ADAL" clId="{12FE5914-9F7A-4C1F-9D21-6C86A49FF53A}" dt="2026-09-14T12:56:51.678" v="1297" actId="478"/>
        <pc:sldMkLst>
          <pc:docMk/>
          <pc:sldMk cId="310516729" sldId="299"/>
        </pc:sldMkLst>
        <pc:spChg chg="del">
          <ac:chgData name="Gadamsetti, Vyshnavi" userId="7490cab4-c36d-44c7-aa95-abf70b98127a" providerId="ADAL" clId="{12FE5914-9F7A-4C1F-9D21-6C86A49FF53A}" dt="2026-09-14T07:47:01.050" v="880" actId="478"/>
          <ac:spMkLst>
            <pc:docMk/>
            <pc:sldMk cId="310516729" sldId="299"/>
            <ac:spMk id="2" creationId="{339B5472-E37E-E2FD-E8F2-12A90EE32074}"/>
          </ac:spMkLst>
        </pc:spChg>
        <pc:spChg chg="mod">
          <ac:chgData name="Gadamsetti, Vyshnavi" userId="7490cab4-c36d-44c7-aa95-abf70b98127a" providerId="ADAL" clId="{12FE5914-9F7A-4C1F-9D21-6C86A49FF53A}" dt="2026-09-14T12:53:28.663" v="1283" actId="108"/>
          <ac:spMkLst>
            <pc:docMk/>
            <pc:sldMk cId="310516729" sldId="299"/>
            <ac:spMk id="3" creationId="{750EE37E-46C7-EC4C-000D-4A75888F5123}"/>
          </ac:spMkLst>
        </pc:spChg>
        <pc:spChg chg="add">
          <ac:chgData name="Gadamsetti, Vyshnavi" userId="7490cab4-c36d-44c7-aa95-abf70b98127a" providerId="ADAL" clId="{12FE5914-9F7A-4C1F-9D21-6C86A49FF53A}" dt="2026-09-14T12:51:43.106" v="1278" actId="22"/>
          <ac:spMkLst>
            <pc:docMk/>
            <pc:sldMk cId="310516729" sldId="299"/>
            <ac:spMk id="11" creationId="{5997C842-6397-550E-8A95-AF38A545C8CE}"/>
          </ac:spMkLst>
        </pc:spChg>
        <pc:spChg chg="add mod">
          <ac:chgData name="Gadamsetti, Vyshnavi" userId="7490cab4-c36d-44c7-aa95-abf70b98127a" providerId="ADAL" clId="{12FE5914-9F7A-4C1F-9D21-6C86A49FF53A}" dt="2026-09-14T12:54:30.958" v="1289"/>
          <ac:spMkLst>
            <pc:docMk/>
            <pc:sldMk cId="310516729" sldId="299"/>
            <ac:spMk id="12" creationId="{6929D563-B90E-26FC-0704-1068C57199F7}"/>
          </ac:spMkLst>
        </pc:spChg>
        <pc:spChg chg="add del mod">
          <ac:chgData name="Gadamsetti, Vyshnavi" userId="7490cab4-c36d-44c7-aa95-abf70b98127a" providerId="ADAL" clId="{12FE5914-9F7A-4C1F-9D21-6C86A49FF53A}" dt="2026-09-14T12:56:51.678" v="1297" actId="478"/>
          <ac:spMkLst>
            <pc:docMk/>
            <pc:sldMk cId="310516729" sldId="299"/>
            <ac:spMk id="13" creationId="{E91D697D-A415-E9C9-8263-1591742C0248}"/>
          </ac:spMkLst>
        </pc:spChg>
        <pc:picChg chg="add del mod">
          <ac:chgData name="Gadamsetti, Vyshnavi" userId="7490cab4-c36d-44c7-aa95-abf70b98127a" providerId="ADAL" clId="{12FE5914-9F7A-4C1F-9D21-6C86A49FF53A}" dt="2026-09-14T12:25:33.568" v="1223" actId="478"/>
          <ac:picMkLst>
            <pc:docMk/>
            <pc:sldMk cId="310516729" sldId="299"/>
            <ac:picMk id="5" creationId="{2DCEB4AE-0118-8BD5-B0AE-914260C817B5}"/>
          </ac:picMkLst>
        </pc:picChg>
        <pc:picChg chg="add del mod modCrop">
          <ac:chgData name="Gadamsetti, Vyshnavi" userId="7490cab4-c36d-44c7-aa95-abf70b98127a" providerId="ADAL" clId="{12FE5914-9F7A-4C1F-9D21-6C86A49FF53A}" dt="2026-09-14T12:38:31.012" v="1233" actId="478"/>
          <ac:picMkLst>
            <pc:docMk/>
            <pc:sldMk cId="310516729" sldId="299"/>
            <ac:picMk id="7" creationId="{A54C5F69-F742-BE12-10AE-7047475D4536}"/>
          </ac:picMkLst>
        </pc:picChg>
        <pc:picChg chg="add mod">
          <ac:chgData name="Gadamsetti, Vyshnavi" userId="7490cab4-c36d-44c7-aa95-abf70b98127a" providerId="ADAL" clId="{12FE5914-9F7A-4C1F-9D21-6C86A49FF53A}" dt="2026-09-14T12:39:16.852" v="1242" actId="1076"/>
          <ac:picMkLst>
            <pc:docMk/>
            <pc:sldMk cId="310516729" sldId="299"/>
            <ac:picMk id="9" creationId="{5C7595BB-381C-47D5-5625-96BE366EB56F}"/>
          </ac:picMkLst>
        </pc:picChg>
      </pc:sldChg>
      <pc:sldChg chg="addSp delSp modSp new mod">
        <pc:chgData name="Gadamsetti, Vyshnavi" userId="7490cab4-c36d-44c7-aa95-abf70b98127a" providerId="ADAL" clId="{12FE5914-9F7A-4C1F-9D21-6C86A49FF53A}" dt="2026-09-14T12:56:55.777" v="1299"/>
        <pc:sldMkLst>
          <pc:docMk/>
          <pc:sldMk cId="2544543760" sldId="300"/>
        </pc:sldMkLst>
        <pc:spChg chg="del">
          <ac:chgData name="Gadamsetti, Vyshnavi" userId="7490cab4-c36d-44c7-aa95-abf70b98127a" providerId="ADAL" clId="{12FE5914-9F7A-4C1F-9D21-6C86A49FF53A}" dt="2026-09-14T08:58:10.261" v="890" actId="478"/>
          <ac:spMkLst>
            <pc:docMk/>
            <pc:sldMk cId="2544543760" sldId="300"/>
            <ac:spMk id="2" creationId="{282CA609-C821-39CD-F9F8-FD1458B7C91B}"/>
          </ac:spMkLst>
        </pc:spChg>
        <pc:spChg chg="mod">
          <ac:chgData name="Gadamsetti, Vyshnavi" userId="7490cab4-c36d-44c7-aa95-abf70b98127a" providerId="ADAL" clId="{12FE5914-9F7A-4C1F-9D21-6C86A49FF53A}" dt="2026-09-14T12:53:53.429" v="1287" actId="108"/>
          <ac:spMkLst>
            <pc:docMk/>
            <pc:sldMk cId="2544543760" sldId="300"/>
            <ac:spMk id="3" creationId="{F31FD52F-1148-9F30-0084-67B63B5D7938}"/>
          </ac:spMkLst>
        </pc:spChg>
        <pc:spChg chg="add">
          <ac:chgData name="Gadamsetti, Vyshnavi" userId="7490cab4-c36d-44c7-aa95-abf70b98127a" providerId="ADAL" clId="{12FE5914-9F7A-4C1F-9D21-6C86A49FF53A}" dt="2026-09-14T12:51:40.729" v="1277" actId="22"/>
          <ac:spMkLst>
            <pc:docMk/>
            <pc:sldMk cId="2544543760" sldId="300"/>
            <ac:spMk id="9" creationId="{E3A8F206-2649-E06D-E9A0-4B6796B74088}"/>
          </ac:spMkLst>
        </pc:spChg>
        <pc:spChg chg="add mod">
          <ac:chgData name="Gadamsetti, Vyshnavi" userId="7490cab4-c36d-44c7-aa95-abf70b98127a" providerId="ADAL" clId="{12FE5914-9F7A-4C1F-9D21-6C86A49FF53A}" dt="2026-09-14T12:56:55.777" v="1299"/>
          <ac:spMkLst>
            <pc:docMk/>
            <pc:sldMk cId="2544543760" sldId="300"/>
            <ac:spMk id="10" creationId="{5982E963-677E-E019-B9DE-97D8C5037583}"/>
          </ac:spMkLst>
        </pc:spChg>
        <pc:picChg chg="add del mod">
          <ac:chgData name="Gadamsetti, Vyshnavi" userId="7490cab4-c36d-44c7-aa95-abf70b98127a" providerId="ADAL" clId="{12FE5914-9F7A-4C1F-9D21-6C86A49FF53A}" dt="2026-09-14T12:26:32.158" v="1229" actId="478"/>
          <ac:picMkLst>
            <pc:docMk/>
            <pc:sldMk cId="2544543760" sldId="300"/>
            <ac:picMk id="5" creationId="{505D43F3-E0F6-56B0-955E-81B0DE1E3D57}"/>
          </ac:picMkLst>
        </pc:picChg>
        <pc:picChg chg="add mod">
          <ac:chgData name="Gadamsetti, Vyshnavi" userId="7490cab4-c36d-44c7-aa95-abf70b98127a" providerId="ADAL" clId="{12FE5914-9F7A-4C1F-9D21-6C86A49FF53A}" dt="2026-09-14T12:52:11.200" v="1280" actId="1076"/>
          <ac:picMkLst>
            <pc:docMk/>
            <pc:sldMk cId="2544543760" sldId="300"/>
            <ac:picMk id="7" creationId="{95D0C252-A392-1410-FF0C-C938C7D72404}"/>
          </ac:picMkLst>
        </pc:picChg>
      </pc:sldChg>
      <pc:sldChg chg="addSp delSp modSp add mod ord">
        <pc:chgData name="Gadamsetti, Vyshnavi" userId="7490cab4-c36d-44c7-aa95-abf70b98127a" providerId="ADAL" clId="{12FE5914-9F7A-4C1F-9D21-6C86A49FF53A}" dt="2026-09-14T12:57:35.731" v="1304"/>
        <pc:sldMkLst>
          <pc:docMk/>
          <pc:sldMk cId="260392275" sldId="302"/>
        </pc:sldMkLst>
        <pc:spChg chg="del">
          <ac:chgData name="Gadamsetti, Vyshnavi" userId="7490cab4-c36d-44c7-aa95-abf70b98127a" providerId="ADAL" clId="{12FE5914-9F7A-4C1F-9D21-6C86A49FF53A}" dt="2026-09-14T07:47:06.774" v="881" actId="478"/>
          <ac:spMkLst>
            <pc:docMk/>
            <pc:sldMk cId="260392275" sldId="302"/>
            <ac:spMk id="2" creationId="{04F0068F-DD36-DF24-8CBB-4845A47957ED}"/>
          </ac:spMkLst>
        </pc:spChg>
        <pc:spChg chg="mod">
          <ac:chgData name="Gadamsetti, Vyshnavi" userId="7490cab4-c36d-44c7-aa95-abf70b98127a" providerId="ADAL" clId="{12FE5914-9F7A-4C1F-9D21-6C86A49FF53A}" dt="2026-09-14T12:54:50.761" v="1292" actId="108"/>
          <ac:spMkLst>
            <pc:docMk/>
            <pc:sldMk cId="260392275" sldId="302"/>
            <ac:spMk id="3" creationId="{EAA7A392-C8FA-2F09-4E6F-33198A970F7A}"/>
          </ac:spMkLst>
        </pc:spChg>
        <pc:spChg chg="add">
          <ac:chgData name="Gadamsetti, Vyshnavi" userId="7490cab4-c36d-44c7-aa95-abf70b98127a" providerId="ADAL" clId="{12FE5914-9F7A-4C1F-9D21-6C86A49FF53A}" dt="2026-09-14T12:51:38.148" v="1276" actId="22"/>
          <ac:spMkLst>
            <pc:docMk/>
            <pc:sldMk cId="260392275" sldId="302"/>
            <ac:spMk id="9" creationId="{146962AF-1486-90B0-30F8-BF12DA8C8F3B}"/>
          </ac:spMkLst>
        </pc:spChg>
        <pc:spChg chg="add mod">
          <ac:chgData name="Gadamsetti, Vyshnavi" userId="7490cab4-c36d-44c7-aa95-abf70b98127a" providerId="ADAL" clId="{12FE5914-9F7A-4C1F-9D21-6C86A49FF53A}" dt="2026-09-14T12:57:35.731" v="1304"/>
          <ac:spMkLst>
            <pc:docMk/>
            <pc:sldMk cId="260392275" sldId="302"/>
            <ac:spMk id="10" creationId="{21650046-82AE-E450-6C95-0D3486DC10D5}"/>
          </ac:spMkLst>
        </pc:spChg>
        <pc:picChg chg="add del mod">
          <ac:chgData name="Gadamsetti, Vyshnavi" userId="7490cab4-c36d-44c7-aa95-abf70b98127a" providerId="ADAL" clId="{12FE5914-9F7A-4C1F-9D21-6C86A49FF53A}" dt="2026-09-14T12:43:59.818" v="1245" actId="478"/>
          <ac:picMkLst>
            <pc:docMk/>
            <pc:sldMk cId="260392275" sldId="302"/>
            <ac:picMk id="5" creationId="{0755E880-F87F-DD7D-C7C9-2441BD96DB24}"/>
          </ac:picMkLst>
        </pc:picChg>
        <pc:picChg chg="add mod">
          <ac:chgData name="Gadamsetti, Vyshnavi" userId="7490cab4-c36d-44c7-aa95-abf70b98127a" providerId="ADAL" clId="{12FE5914-9F7A-4C1F-9D21-6C86A49FF53A}" dt="2026-09-14T12:52:20.332" v="1281" actId="1076"/>
          <ac:picMkLst>
            <pc:docMk/>
            <pc:sldMk cId="260392275" sldId="302"/>
            <ac:picMk id="7" creationId="{E01434AD-FE75-2034-C344-C561C8F50FA4}"/>
          </ac:picMkLst>
        </pc:picChg>
      </pc:sldChg>
      <pc:sldChg chg="addSp delSp modSp add mod">
        <pc:chgData name="Gadamsetti, Vyshnavi" userId="7490cab4-c36d-44c7-aa95-abf70b98127a" providerId="ADAL" clId="{12FE5914-9F7A-4C1F-9D21-6C86A49FF53A}" dt="2026-09-14T12:58:07.613" v="1309" actId="478"/>
        <pc:sldMkLst>
          <pc:docMk/>
          <pc:sldMk cId="1918749668" sldId="303"/>
        </pc:sldMkLst>
        <pc:spChg chg="del">
          <ac:chgData name="Gadamsetti, Vyshnavi" userId="7490cab4-c36d-44c7-aa95-abf70b98127a" providerId="ADAL" clId="{12FE5914-9F7A-4C1F-9D21-6C86A49FF53A}" dt="2026-09-14T08:59:38.261" v="899" actId="478"/>
          <ac:spMkLst>
            <pc:docMk/>
            <pc:sldMk cId="1918749668" sldId="303"/>
            <ac:spMk id="2" creationId="{F37E9023-EF97-FC00-0DED-AB105F747F25}"/>
          </ac:spMkLst>
        </pc:spChg>
        <pc:spChg chg="mod">
          <ac:chgData name="Gadamsetti, Vyshnavi" userId="7490cab4-c36d-44c7-aa95-abf70b98127a" providerId="ADAL" clId="{12FE5914-9F7A-4C1F-9D21-6C86A49FF53A}" dt="2026-09-14T12:54:58.356" v="1293" actId="108"/>
          <ac:spMkLst>
            <pc:docMk/>
            <pc:sldMk cId="1918749668" sldId="303"/>
            <ac:spMk id="3" creationId="{B7D4CC8D-64EA-C737-5964-0FCBA6F08057}"/>
          </ac:spMkLst>
        </pc:spChg>
        <pc:spChg chg="add">
          <ac:chgData name="Gadamsetti, Vyshnavi" userId="7490cab4-c36d-44c7-aa95-abf70b98127a" providerId="ADAL" clId="{12FE5914-9F7A-4C1F-9D21-6C86A49FF53A}" dt="2026-09-14T12:51:34.658" v="1275" actId="22"/>
          <ac:spMkLst>
            <pc:docMk/>
            <pc:sldMk cId="1918749668" sldId="303"/>
            <ac:spMk id="11" creationId="{D1ECEC72-A928-1800-DB05-5AFAEBC329BE}"/>
          </ac:spMkLst>
        </pc:spChg>
        <pc:spChg chg="add del">
          <ac:chgData name="Gadamsetti, Vyshnavi" userId="7490cab4-c36d-44c7-aa95-abf70b98127a" providerId="ADAL" clId="{12FE5914-9F7A-4C1F-9D21-6C86A49FF53A}" dt="2026-09-14T12:55:18.617" v="1295" actId="478"/>
          <ac:spMkLst>
            <pc:docMk/>
            <pc:sldMk cId="1918749668" sldId="303"/>
            <ac:spMk id="13" creationId="{981A8659-E1E8-CB03-8239-D579C265752C}"/>
          </ac:spMkLst>
        </pc:spChg>
        <pc:spChg chg="add del">
          <ac:chgData name="Gadamsetti, Vyshnavi" userId="7490cab4-c36d-44c7-aa95-abf70b98127a" providerId="ADAL" clId="{12FE5914-9F7A-4C1F-9D21-6C86A49FF53A}" dt="2026-09-14T12:58:07.613" v="1309" actId="478"/>
          <ac:spMkLst>
            <pc:docMk/>
            <pc:sldMk cId="1918749668" sldId="303"/>
            <ac:spMk id="15" creationId="{F24DEFA1-B87A-04AB-CDA9-DF317794C81E}"/>
          </ac:spMkLst>
        </pc:spChg>
        <pc:picChg chg="add del mod">
          <ac:chgData name="Gadamsetti, Vyshnavi" userId="7490cab4-c36d-44c7-aa95-abf70b98127a" providerId="ADAL" clId="{12FE5914-9F7A-4C1F-9D21-6C86A49FF53A}" dt="2026-09-14T12:45:44.553" v="1247" actId="478"/>
          <ac:picMkLst>
            <pc:docMk/>
            <pc:sldMk cId="1918749668" sldId="303"/>
            <ac:picMk id="5" creationId="{D102FA79-8269-2BB6-D3F2-ED0754FDE787}"/>
          </ac:picMkLst>
        </pc:picChg>
        <pc:picChg chg="add mod">
          <ac:chgData name="Gadamsetti, Vyshnavi" userId="7490cab4-c36d-44c7-aa95-abf70b98127a" providerId="ADAL" clId="{12FE5914-9F7A-4C1F-9D21-6C86A49FF53A}" dt="2026-09-14T12:52:28.996" v="1282" actId="1076"/>
          <ac:picMkLst>
            <pc:docMk/>
            <pc:sldMk cId="1918749668" sldId="303"/>
            <ac:picMk id="7" creationId="{B59C66EE-3566-74CD-8766-6E16C5C4C1F5}"/>
          </ac:picMkLst>
        </pc:picChg>
        <pc:picChg chg="add del">
          <ac:chgData name="Gadamsetti, Vyshnavi" userId="7490cab4-c36d-44c7-aa95-abf70b98127a" providerId="ADAL" clId="{12FE5914-9F7A-4C1F-9D21-6C86A49FF53A}" dt="2026-09-14T12:51:24.151" v="1274" actId="22"/>
          <ac:picMkLst>
            <pc:docMk/>
            <pc:sldMk cId="1918749668" sldId="303"/>
            <ac:picMk id="9" creationId="{73EE3CBB-2CE4-D983-A627-77F5A2495FE9}"/>
          </ac:picMkLst>
        </pc:picChg>
      </pc:sldChg>
      <pc:sldChg chg="addSp delSp modSp mod delAnim modAnim modNotesTx">
        <pc:chgData name="Gadamsetti, Vyshnavi" userId="7490cab4-c36d-44c7-aa95-abf70b98127a" providerId="ADAL" clId="{12FE5914-9F7A-4C1F-9D21-6C86A49FF53A}" dt="2026-09-15T09:15:02.546" v="1408" actId="6549"/>
        <pc:sldMkLst>
          <pc:docMk/>
          <pc:sldMk cId="3214540028" sldId="304"/>
        </pc:sldMkLst>
        <pc:spChg chg="add del mod">
          <ac:chgData name="Gadamsetti, Vyshnavi" userId="7490cab4-c36d-44c7-aa95-abf70b98127a" providerId="ADAL" clId="{12FE5914-9F7A-4C1F-9D21-6C86A49FF53A}" dt="2026-09-14T10:18:00.927" v="1181" actId="478"/>
          <ac:spMkLst>
            <pc:docMk/>
            <pc:sldMk cId="3214540028" sldId="304"/>
            <ac:spMk id="2" creationId="{EFC7E65F-C503-7E30-4218-FB6F3AF12EC8}"/>
          </ac:spMkLst>
        </pc:spChg>
        <pc:spChg chg="add del mod">
          <ac:chgData name="Gadamsetti, Vyshnavi" userId="7490cab4-c36d-44c7-aa95-abf70b98127a" providerId="ADAL" clId="{12FE5914-9F7A-4C1F-9D21-6C86A49FF53A}" dt="2026-09-14T10:20:17.624" v="1192" actId="478"/>
          <ac:spMkLst>
            <pc:docMk/>
            <pc:sldMk cId="3214540028" sldId="304"/>
            <ac:spMk id="4" creationId="{643FD9BB-045D-51E6-7182-5A4BADB81293}"/>
          </ac:spMkLst>
        </pc:spChg>
        <pc:spChg chg="mod">
          <ac:chgData name="Gadamsetti, Vyshnavi" userId="7490cab4-c36d-44c7-aa95-abf70b98127a" providerId="ADAL" clId="{12FE5914-9F7A-4C1F-9D21-6C86A49FF53A}" dt="2026-09-15T08:01:42.367" v="1380" actId="20577"/>
          <ac:spMkLst>
            <pc:docMk/>
            <pc:sldMk cId="3214540028" sldId="304"/>
            <ac:spMk id="5" creationId="{005D8246-3F45-240D-B946-0A5C1171BD76}"/>
          </ac:spMkLst>
        </pc:spChg>
        <pc:spChg chg="mod">
          <ac:chgData name="Gadamsetti, Vyshnavi" userId="7490cab4-c36d-44c7-aa95-abf70b98127a" providerId="ADAL" clId="{12FE5914-9F7A-4C1F-9D21-6C86A49FF53A}" dt="2026-09-14T12:50:20.861" v="1267" actId="552"/>
          <ac:spMkLst>
            <pc:docMk/>
            <pc:sldMk cId="3214540028" sldId="304"/>
            <ac:spMk id="6" creationId="{4AE04CEB-1DCD-E8EF-48B0-191C5B52F559}"/>
          </ac:spMkLst>
        </pc:spChg>
        <pc:spChg chg="mod">
          <ac:chgData name="Gadamsetti, Vyshnavi" userId="7490cab4-c36d-44c7-aa95-abf70b98127a" providerId="ADAL" clId="{12FE5914-9F7A-4C1F-9D21-6C86A49FF53A}" dt="2026-09-14T10:21:48.348" v="1202" actId="12788"/>
          <ac:spMkLst>
            <pc:docMk/>
            <pc:sldMk cId="3214540028" sldId="304"/>
            <ac:spMk id="7" creationId="{C3609558-DD5E-C2A8-15C2-EE4FB92BF262}"/>
          </ac:spMkLst>
        </pc:spChg>
        <pc:spChg chg="mod">
          <ac:chgData name="Gadamsetti, Vyshnavi" userId="7490cab4-c36d-44c7-aa95-abf70b98127a" providerId="ADAL" clId="{12FE5914-9F7A-4C1F-9D21-6C86A49FF53A}" dt="2026-09-14T10:21:48.348" v="1202" actId="12788"/>
          <ac:spMkLst>
            <pc:docMk/>
            <pc:sldMk cId="3214540028" sldId="304"/>
            <ac:spMk id="8" creationId="{0EB1F9EE-05CC-5C72-E030-809811548FF3}"/>
          </ac:spMkLst>
        </pc:spChg>
        <pc:spChg chg="mod">
          <ac:chgData name="Gadamsetti, Vyshnavi" userId="7490cab4-c36d-44c7-aa95-abf70b98127a" providerId="ADAL" clId="{12FE5914-9F7A-4C1F-9D21-6C86A49FF53A}" dt="2026-09-14T12:50:07.620" v="1264" actId="552"/>
          <ac:spMkLst>
            <pc:docMk/>
            <pc:sldMk cId="3214540028" sldId="304"/>
            <ac:spMk id="9" creationId="{8B7E3606-6028-F851-B926-B6183F1FE8BB}"/>
          </ac:spMkLst>
        </pc:spChg>
        <pc:spChg chg="mod">
          <ac:chgData name="Gadamsetti, Vyshnavi" userId="7490cab4-c36d-44c7-aa95-abf70b98127a" providerId="ADAL" clId="{12FE5914-9F7A-4C1F-9D21-6C86A49FF53A}" dt="2026-09-14T12:50:07.620" v="1264" actId="552"/>
          <ac:spMkLst>
            <pc:docMk/>
            <pc:sldMk cId="3214540028" sldId="304"/>
            <ac:spMk id="10" creationId="{FD89F7E3-71F3-93B4-676A-9CB138E3325D}"/>
          </ac:spMkLst>
        </pc:spChg>
        <pc:spChg chg="mod">
          <ac:chgData name="Gadamsetti, Vyshnavi" userId="7490cab4-c36d-44c7-aa95-abf70b98127a" providerId="ADAL" clId="{12FE5914-9F7A-4C1F-9D21-6C86A49FF53A}" dt="2026-09-14T10:21:23.670" v="1199" actId="552"/>
          <ac:spMkLst>
            <pc:docMk/>
            <pc:sldMk cId="3214540028" sldId="304"/>
            <ac:spMk id="11" creationId="{3D4D9C37-8DDA-C754-B6FE-2664E6EE5E34}"/>
          </ac:spMkLst>
        </pc:spChg>
        <pc:spChg chg="mod">
          <ac:chgData name="Gadamsetti, Vyshnavi" userId="7490cab4-c36d-44c7-aa95-abf70b98127a" providerId="ADAL" clId="{12FE5914-9F7A-4C1F-9D21-6C86A49FF53A}" dt="2026-09-14T12:50:53.936" v="1272" actId="20577"/>
          <ac:spMkLst>
            <pc:docMk/>
            <pc:sldMk cId="3214540028" sldId="304"/>
            <ac:spMk id="12" creationId="{653B5F47-DBBF-27E3-5265-CA1B00ACABF0}"/>
          </ac:spMkLst>
        </pc:spChg>
        <pc:spChg chg="mod">
          <ac:chgData name="Gadamsetti, Vyshnavi" userId="7490cab4-c36d-44c7-aa95-abf70b98127a" providerId="ADAL" clId="{12FE5914-9F7A-4C1F-9D21-6C86A49FF53A}" dt="2026-09-14T12:50:12.584" v="1265" actId="552"/>
          <ac:spMkLst>
            <pc:docMk/>
            <pc:sldMk cId="3214540028" sldId="304"/>
            <ac:spMk id="13" creationId="{9046AC61-7C9B-34A9-E3E2-B6686FB23088}"/>
          </ac:spMkLst>
        </pc:spChg>
        <pc:spChg chg="mod">
          <ac:chgData name="Gadamsetti, Vyshnavi" userId="7490cab4-c36d-44c7-aa95-abf70b98127a" providerId="ADAL" clId="{12FE5914-9F7A-4C1F-9D21-6C86A49FF53A}" dt="2026-09-14T12:50:12.584" v="1265" actId="552"/>
          <ac:spMkLst>
            <pc:docMk/>
            <pc:sldMk cId="3214540028" sldId="304"/>
            <ac:spMk id="14" creationId="{67FABB6B-F03E-70A5-51B5-86F612AB1991}"/>
          </ac:spMkLst>
        </pc:spChg>
        <pc:spChg chg="mod">
          <ac:chgData name="Gadamsetti, Vyshnavi" userId="7490cab4-c36d-44c7-aa95-abf70b98127a" providerId="ADAL" clId="{12FE5914-9F7A-4C1F-9D21-6C86A49FF53A}" dt="2026-09-14T10:21:38.984" v="1200" actId="12788"/>
          <ac:spMkLst>
            <pc:docMk/>
            <pc:sldMk cId="3214540028" sldId="304"/>
            <ac:spMk id="15" creationId="{0A4DC682-8DBA-CB49-2DD0-9AB7BFE628B3}"/>
          </ac:spMkLst>
        </pc:spChg>
        <pc:spChg chg="mod">
          <ac:chgData name="Gadamsetti, Vyshnavi" userId="7490cab4-c36d-44c7-aa95-abf70b98127a" providerId="ADAL" clId="{12FE5914-9F7A-4C1F-9D21-6C86A49FF53A}" dt="2026-09-14T10:21:38.984" v="1200" actId="12788"/>
          <ac:spMkLst>
            <pc:docMk/>
            <pc:sldMk cId="3214540028" sldId="304"/>
            <ac:spMk id="16" creationId="{D8494870-49C0-6B99-3F66-FE24D5061FF4}"/>
          </ac:spMkLst>
        </pc:spChg>
        <pc:spChg chg="mod">
          <ac:chgData name="Gadamsetti, Vyshnavi" userId="7490cab4-c36d-44c7-aa95-abf70b98127a" providerId="ADAL" clId="{12FE5914-9F7A-4C1F-9D21-6C86A49FF53A}" dt="2026-09-14T12:50:16.979" v="1266" actId="552"/>
          <ac:spMkLst>
            <pc:docMk/>
            <pc:sldMk cId="3214540028" sldId="304"/>
            <ac:spMk id="17" creationId="{234B6A15-6FE7-6528-24A8-9B59BA26D975}"/>
          </ac:spMkLst>
        </pc:spChg>
        <pc:spChg chg="mod">
          <ac:chgData name="Gadamsetti, Vyshnavi" userId="7490cab4-c36d-44c7-aa95-abf70b98127a" providerId="ADAL" clId="{12FE5914-9F7A-4C1F-9D21-6C86A49FF53A}" dt="2026-09-14T12:50:16.979" v="1266" actId="552"/>
          <ac:spMkLst>
            <pc:docMk/>
            <pc:sldMk cId="3214540028" sldId="304"/>
            <ac:spMk id="18" creationId="{93A3BCA9-BEA7-F09F-4654-56476C8460C9}"/>
          </ac:spMkLst>
        </pc:spChg>
        <pc:spChg chg="mod">
          <ac:chgData name="Gadamsetti, Vyshnavi" userId="7490cab4-c36d-44c7-aa95-abf70b98127a" providerId="ADAL" clId="{12FE5914-9F7A-4C1F-9D21-6C86A49FF53A}" dt="2026-09-14T10:21:43.302" v="1201" actId="12788"/>
          <ac:spMkLst>
            <pc:docMk/>
            <pc:sldMk cId="3214540028" sldId="304"/>
            <ac:spMk id="19" creationId="{F6824C34-8AFD-EC04-72A3-F2E94A39CEC8}"/>
          </ac:spMkLst>
        </pc:spChg>
        <pc:spChg chg="mod">
          <ac:chgData name="Gadamsetti, Vyshnavi" userId="7490cab4-c36d-44c7-aa95-abf70b98127a" providerId="ADAL" clId="{12FE5914-9F7A-4C1F-9D21-6C86A49FF53A}" dt="2026-09-14T10:21:43.302" v="1201" actId="12788"/>
          <ac:spMkLst>
            <pc:docMk/>
            <pc:sldMk cId="3214540028" sldId="304"/>
            <ac:spMk id="20" creationId="{100FA615-6AA1-F0B5-A6B1-B89F84022C86}"/>
          </ac:spMkLst>
        </pc:spChg>
        <pc:spChg chg="add del mod">
          <ac:chgData name="Gadamsetti, Vyshnavi" userId="7490cab4-c36d-44c7-aa95-abf70b98127a" providerId="ADAL" clId="{12FE5914-9F7A-4C1F-9D21-6C86A49FF53A}" dt="2026-09-14T10:20:17.624" v="1192" actId="478"/>
          <ac:spMkLst>
            <pc:docMk/>
            <pc:sldMk cId="3214540028" sldId="304"/>
            <ac:spMk id="21" creationId="{4AE1EF61-4938-B5F5-EE60-0BF31C8C27DC}"/>
          </ac:spMkLst>
        </pc:spChg>
        <pc:spChg chg="add del mod">
          <ac:chgData name="Gadamsetti, Vyshnavi" userId="7490cab4-c36d-44c7-aa95-abf70b98127a" providerId="ADAL" clId="{12FE5914-9F7A-4C1F-9D21-6C86A49FF53A}" dt="2026-09-14T10:20:17.624" v="1192" actId="478"/>
          <ac:spMkLst>
            <pc:docMk/>
            <pc:sldMk cId="3214540028" sldId="304"/>
            <ac:spMk id="22" creationId="{3989E7FA-D2A3-3720-18D2-491EF4DE036E}"/>
          </ac:spMkLst>
        </pc:spChg>
        <pc:spChg chg="mod">
          <ac:chgData name="Gadamsetti, Vyshnavi" userId="7490cab4-c36d-44c7-aa95-abf70b98127a" providerId="ADAL" clId="{12FE5914-9F7A-4C1F-9D21-6C86A49FF53A}" dt="2026-09-14T12:58:46.167" v="1316" actId="1076"/>
          <ac:spMkLst>
            <pc:docMk/>
            <pc:sldMk cId="3214540028" sldId="304"/>
            <ac:spMk id="23" creationId="{8C09C6E3-DCC6-FBF7-7D27-44B3A15A101B}"/>
          </ac:spMkLst>
        </pc:spChg>
        <pc:spChg chg="del mod">
          <ac:chgData name="Gadamsetti, Vyshnavi" userId="7490cab4-c36d-44c7-aa95-abf70b98127a" providerId="ADAL" clId="{12FE5914-9F7A-4C1F-9D21-6C86A49FF53A}" dt="2026-09-14T10:20:17.624" v="1192" actId="478"/>
          <ac:spMkLst>
            <pc:docMk/>
            <pc:sldMk cId="3214540028" sldId="304"/>
            <ac:spMk id="24" creationId="{963EBF64-F140-BF80-1F09-89C1AAF16A61}"/>
          </ac:spMkLst>
        </pc:spChg>
        <pc:spChg chg="add del mod">
          <ac:chgData name="Gadamsetti, Vyshnavi" userId="7490cab4-c36d-44c7-aa95-abf70b98127a" providerId="ADAL" clId="{12FE5914-9F7A-4C1F-9D21-6C86A49FF53A}" dt="2026-09-14T12:20:06.582" v="1221" actId="478"/>
          <ac:spMkLst>
            <pc:docMk/>
            <pc:sldMk cId="3214540028" sldId="304"/>
            <ac:spMk id="25" creationId="{837D5EBB-99B2-E4B0-B4D0-15338BBAB7FA}"/>
          </ac:spMkLst>
        </pc:spChg>
        <pc:spChg chg="add del mod">
          <ac:chgData name="Gadamsetti, Vyshnavi" userId="7490cab4-c36d-44c7-aa95-abf70b98127a" providerId="ADAL" clId="{12FE5914-9F7A-4C1F-9D21-6C86A49FF53A}" dt="2026-09-14T12:20:08.457" v="1222" actId="478"/>
          <ac:spMkLst>
            <pc:docMk/>
            <pc:sldMk cId="3214540028" sldId="304"/>
            <ac:spMk id="27" creationId="{B706050A-6B9B-1048-DDF5-639396D046E6}"/>
          </ac:spMkLst>
        </pc:spChg>
        <pc:spChg chg="add del mod">
          <ac:chgData name="Gadamsetti, Vyshnavi" userId="7490cab4-c36d-44c7-aa95-abf70b98127a" providerId="ADAL" clId="{12FE5914-9F7A-4C1F-9D21-6C86A49FF53A}" dt="2026-09-14T12:59:19.532" v="1317" actId="478"/>
          <ac:spMkLst>
            <pc:docMk/>
            <pc:sldMk cId="3214540028" sldId="304"/>
            <ac:spMk id="29" creationId="{975311B7-5A72-04F1-8270-8DA82F43B646}"/>
          </ac:spMkLst>
        </pc:spChg>
        <pc:spChg chg="del">
          <ac:chgData name="Gadamsetti, Vyshnavi" userId="7490cab4-c36d-44c7-aa95-abf70b98127a" providerId="ADAL" clId="{12FE5914-9F7A-4C1F-9D21-6C86A49FF53A}" dt="2026-09-14T10:17:59.523" v="1180" actId="478"/>
          <ac:spMkLst>
            <pc:docMk/>
            <pc:sldMk cId="3214540028" sldId="304"/>
            <ac:spMk id="31" creationId="{AFE66269-0F91-AEF7-F068-67C9760E8966}"/>
          </ac:spMkLst>
        </pc:spChg>
        <pc:spChg chg="del mod">
          <ac:chgData name="Gadamsetti, Vyshnavi" userId="7490cab4-c36d-44c7-aa95-abf70b98127a" providerId="ADAL" clId="{12FE5914-9F7A-4C1F-9D21-6C86A49FF53A}" dt="2026-09-14T10:17:56.600" v="1178" actId="478"/>
          <ac:spMkLst>
            <pc:docMk/>
            <pc:sldMk cId="3214540028" sldId="304"/>
            <ac:spMk id="32" creationId="{F968414F-DD5E-0E7D-8C3A-E93951867200}"/>
          </ac:spMkLst>
        </pc:spChg>
        <pc:spChg chg="del mod">
          <ac:chgData name="Gadamsetti, Vyshnavi" userId="7490cab4-c36d-44c7-aa95-abf70b98127a" providerId="ADAL" clId="{12FE5914-9F7A-4C1F-9D21-6C86A49FF53A}" dt="2026-09-14T10:17:58.164" v="1179" actId="478"/>
          <ac:spMkLst>
            <pc:docMk/>
            <pc:sldMk cId="3214540028" sldId="304"/>
            <ac:spMk id="33" creationId="{DDD1207E-4387-B7AA-CCE9-A534D111D142}"/>
          </ac:spMkLst>
        </pc:spChg>
      </pc:sldChg>
      <pc:sldChg chg="add ord">
        <pc:chgData name="Gadamsetti, Vyshnavi" userId="7490cab4-c36d-44c7-aa95-abf70b98127a" providerId="ADAL" clId="{12FE5914-9F7A-4C1F-9D21-6C86A49FF53A}" dt="2026-09-15T08:03:41.736" v="1387"/>
        <pc:sldMkLst>
          <pc:docMk/>
          <pc:sldMk cId="2056908152" sldId="305"/>
        </pc:sldMkLst>
      </pc:sldChg>
      <pc:sldChg chg="add">
        <pc:chgData name="Gadamsetti, Vyshnavi" userId="7490cab4-c36d-44c7-aa95-abf70b98127a" providerId="ADAL" clId="{12FE5914-9F7A-4C1F-9D21-6C86A49FF53A}" dt="2026-09-15T08:04:22.142" v="1389"/>
        <pc:sldMkLst>
          <pc:docMk/>
          <pc:sldMk cId="515185595" sldId="306"/>
        </pc:sldMkLst>
      </pc:sldChg>
      <pc:sldChg chg="modSp add del mod">
        <pc:chgData name="Gadamsetti, Vyshnavi" userId="7490cab4-c36d-44c7-aa95-abf70b98127a" providerId="ADAL" clId="{12FE5914-9F7A-4C1F-9D21-6C86A49FF53A}" dt="2026-09-15T08:37:11.566" v="1407" actId="47"/>
        <pc:sldMkLst>
          <pc:docMk/>
          <pc:sldMk cId="2022839669" sldId="307"/>
        </pc:sldMkLst>
        <pc:spChg chg="mod">
          <ac:chgData name="Gadamsetti, Vyshnavi" userId="7490cab4-c36d-44c7-aa95-abf70b98127a" providerId="ADAL" clId="{12FE5914-9F7A-4C1F-9D21-6C86A49FF53A}" dt="2026-09-15T08:37:08.722" v="1406" actId="6549"/>
          <ac:spMkLst>
            <pc:docMk/>
            <pc:sldMk cId="2022839669" sldId="307"/>
            <ac:spMk id="4" creationId="{447120C1-66B4-47A0-AF2F-2A4A32BB9274}"/>
          </ac:spMkLst>
        </pc:spChg>
      </pc:sldChg>
      <pc:sldChg chg="new del">
        <pc:chgData name="Gadamsetti, Vyshnavi" userId="7490cab4-c36d-44c7-aa95-abf70b98127a" providerId="ADAL" clId="{12FE5914-9F7A-4C1F-9D21-6C86A49FF53A}" dt="2026-09-15T08:05:43.977" v="1393" actId="47"/>
        <pc:sldMkLst>
          <pc:docMk/>
          <pc:sldMk cId="1594691362" sldId="308"/>
        </pc:sldMkLst>
      </pc:sldChg>
      <pc:sldChg chg="modSp add mod">
        <pc:chgData name="Gadamsetti, Vyshnavi" userId="7490cab4-c36d-44c7-aa95-abf70b98127a" providerId="ADAL" clId="{12FE5914-9F7A-4C1F-9D21-6C86A49FF53A}" dt="2026-09-15T08:05:55.336" v="1403" actId="122"/>
        <pc:sldMkLst>
          <pc:docMk/>
          <pc:sldMk cId="3335385019" sldId="309"/>
        </pc:sldMkLst>
        <pc:spChg chg="mod">
          <ac:chgData name="Gadamsetti, Vyshnavi" userId="7490cab4-c36d-44c7-aa95-abf70b98127a" providerId="ADAL" clId="{12FE5914-9F7A-4C1F-9D21-6C86A49FF53A}" dt="2026-09-15T08:05:55.336" v="1403" actId="122"/>
          <ac:spMkLst>
            <pc:docMk/>
            <pc:sldMk cId="3335385019" sldId="309"/>
            <ac:spMk id="4" creationId="{1EE6CA03-0BEB-0C70-3464-29E63ED6A79F}"/>
          </ac:spMkLst>
        </pc:spChg>
      </pc:sldChg>
      <pc:sldMasterChg chg="modSp delSldLayout modSldLayout">
        <pc:chgData name="Gadamsetti, Vyshnavi" userId="7490cab4-c36d-44c7-aa95-abf70b98127a" providerId="ADAL" clId="{12FE5914-9F7A-4C1F-9D21-6C86A49FF53A}" dt="2026-09-11T08:14:02.511" v="712" actId="2696"/>
        <pc:sldMasterMkLst>
          <pc:docMk/>
          <pc:sldMasterMk cId="3408294523" sldId="2147483733"/>
        </pc:sldMasterMkLst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27" creationId="{2D277E47-45D5-4503-8443-BED560C6560A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32" creationId="{46A461CD-8D28-4422-AF2A-8267EFA51CAD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39" creationId="{C133BC7F-B0E3-404F-92D1-BB930C4F3311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46" creationId="{71360883-3CF3-4439-9568-E456C60454A8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55" creationId="{669D1B60-A74F-4296-8610-F3DCDDC15022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67" creationId="{64BAECDC-27C7-4333-B9D8-59DE42A1B1AA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77" creationId="{F35AEE09-D82F-438F-9D01-96C6876241F1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89" creationId="{88458C0E-D234-4C86-A6CC-B8CD6C445F00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136" creationId="{E3A6C8D3-C105-250D-CC2B-D59A630EC485}"/>
          </ac:spMkLst>
        </pc:spChg>
        <pc:spChg chg="mod">
          <ac:chgData name="Gadamsetti, Vyshnavi" userId="7490cab4-c36d-44c7-aa95-abf70b98127a" providerId="ADAL" clId="{12FE5914-9F7A-4C1F-9D21-6C86A49FF53A}" dt="2026-09-11T08:09:09.837" v="707"/>
          <ac:spMkLst>
            <pc:docMk/>
            <pc:sldMasterMk cId="3408294523" sldId="2147483733"/>
            <ac:spMk id="145" creationId="{85BE85F9-1C84-5D9C-577F-40BFD680420C}"/>
          </ac:spMkLst>
        </pc:sp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781090314" sldId="2147483740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81090314" sldId="2147483740"/>
              <ac:spMk id="2" creationId="{565E87ED-3DFA-D2CD-24E2-199538EC4F1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81090314" sldId="2147483740"/>
              <ac:spMk id="3" creationId="{5692DE12-4084-77D2-FD2A-8E63F6FBE7C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81090314" sldId="2147483740"/>
              <ac:spMk id="10" creationId="{433C5639-DDA2-864A-9DC3-7FC80AC852D5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781090314" sldId="2147483740"/>
              <ac:picMk id="5" creationId="{9B2C865E-BEC1-EE4C-E61C-369AEE2DFC76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859360619" sldId="214748374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859360619" sldId="2147483741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859360619" sldId="2147483741"/>
              <ac:spMk id="5" creationId="{8E82BE2B-69B2-5121-2AA4-8473C53F0CF1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630481451" sldId="214748374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30481451" sldId="2147483745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30481451" sldId="2147483745"/>
              <ac:spMk id="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30481451" sldId="2147483745"/>
              <ac:spMk id="5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186098743" sldId="214748375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186098743" sldId="2147483751"/>
              <ac:spMk id="7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425020262" sldId="214748375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425020262" sldId="2147483757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425020262" sldId="2147483757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425020262" sldId="2147483757"/>
              <ac:spMk id="7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866416376" sldId="2147483760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866416376" sldId="2147483760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866416376" sldId="2147483760"/>
              <ac:spMk id="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866416376" sldId="2147483760"/>
              <ac:spMk id="6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866416376" sldId="2147483760"/>
              <ac:spMk id="7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287227243" sldId="2147483763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287227243" sldId="2147483763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287227243" sldId="2147483763"/>
              <ac:spMk id="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287227243" sldId="2147483763"/>
              <ac:spMk id="5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109527874" sldId="214748376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109527874" sldId="2147483765"/>
              <ac:spMk id="2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008985274" sldId="214748376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008985274" sldId="2147483767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008985274" sldId="2147483767"/>
              <ac:spMk id="4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504941297" sldId="2147483768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504941297" sldId="2147483768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504941297" sldId="2147483768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504941297" sldId="2147483768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504941297" sldId="2147483768"/>
              <ac:spMk id="17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504941297" sldId="2147483768"/>
              <ac:spMk id="18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727667599" sldId="2147483769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9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10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17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27667599" sldId="2147483769"/>
              <ac:spMk id="18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680594478" sldId="2147483770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9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10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1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1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17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80594478" sldId="2147483770"/>
              <ac:spMk id="18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139791144" sldId="214748377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139791144" sldId="2147483771"/>
              <ac:spMk id="5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982410628" sldId="2147483773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82410628" sldId="2147483773"/>
              <ac:spMk id="3" creationId="{DE73D104-EF7E-A0AB-2243-882D65E686E2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82410628" sldId="2147483773"/>
              <ac:spMk id="4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982410628" sldId="2147483773"/>
              <ac:picMk id="2076154981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129332223" sldId="2147483774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29332223" sldId="2147483774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29332223" sldId="2147483774"/>
              <ac:spMk id="4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084997862" sldId="214748377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084997862" sldId="2147483777"/>
              <ac:spMk id="6" creationId="{729E6C33-847C-5792-E2BD-5963C662ECE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084997862" sldId="2147483777"/>
              <ac:spMk id="14" creationId="{D2BFABF1-DD81-F2D4-FD65-DBCD6636029A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084997862" sldId="2147483777"/>
              <ac:picMk id="1465163218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667257257" sldId="2147483780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667257257" sldId="2147483780"/>
              <ac:spMk id="4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667257257" sldId="2147483780"/>
              <ac:picMk id="8" creationId="{BCA814E6-1161-2533-DECB-242314C64D32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667257257" sldId="2147483780"/>
              <ac:picMk id="486427035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77845837" sldId="214748378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7845837" sldId="2147483787"/>
              <ac:spMk id="4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77845837" sldId="2147483787"/>
              <ac:picMk id="12" creationId="{BAFF1977-7427-5CA2-A419-54E33BAD0989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77845837" sldId="2147483787"/>
              <ac:picMk id="13" creationId="{58102CDA-6550-338C-434D-B8FA408CB4D2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77845837" sldId="2147483787"/>
              <ac:picMk id="14" creationId="{65BCE9EE-E0B3-4D29-F0C4-BD00A1DA3A24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77845837" sldId="2147483787"/>
              <ac:picMk id="1920509704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183850539" sldId="2147483788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83850539" sldId="2147483788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83850539" sldId="2147483788"/>
              <ac:spMk id="7" creationId="{4FA78832-C268-4EC5-BB82-7F9D7F5B51B2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2183850539" sldId="2147483788"/>
              <ac:picMk id="763978285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580278951" sldId="214748379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2" creationId="{0F124504-36FD-4753-851D-5B7D02D4A2D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3" creationId="{C823227E-A862-4A7F-BC20-0D107430AB2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6" creationId="{08501AE6-6504-4184-9443-E89AFACF769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12" creationId="{67CEE09B-6EE1-4BF2-85A3-DE69E91BC4C6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13" creationId="{706505A8-87EA-4BA0-B698-35156BC765D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14" creationId="{AB150C2C-2030-498B-8262-6BD5BCCBB34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15" creationId="{E81B246F-92C7-4EF8-ACD0-05F73C7095BE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80278951" sldId="2147483795"/>
              <ac:spMk id="16" creationId="{A8FA78FA-4D94-4717-B7C6-6F86378D6B01}"/>
            </ac:spMkLst>
          </pc:spChg>
          <pc:grpChg chg="mod">
            <ac:chgData name="Gadamsetti, Vyshnavi" userId="7490cab4-c36d-44c7-aa95-abf70b98127a" providerId="ADAL" clId="{12FE5914-9F7A-4C1F-9D21-6C86A49FF53A}" dt="2026-09-11T08:09:09.837" v="707"/>
            <ac:grpSpMkLst>
              <pc:docMk/>
              <pc:sldMasterMk cId="3408294523" sldId="2147483733"/>
              <pc:sldLayoutMk cId="1580278951" sldId="2147483795"/>
              <ac:grpSpMk id="4" creationId="{2BEB5E5A-DA85-4D5B-80B9-F94482F55D76}"/>
            </ac:grpSpMkLst>
          </pc:gr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744145108" sldId="2147483796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744145108" sldId="2147483796"/>
              <ac:spMk id="4" creationId="{A222ABC1-A03E-5EDE-02E2-6F3794850CC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744145108" sldId="2147483796"/>
              <ac:spMk id="5" creationId="{170C7C75-B8E8-8263-D763-8DE1A07D604F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744145108" sldId="2147483796"/>
              <ac:spMk id="13" creationId="{FF6D8674-EA25-0C87-7F7A-4B6FFA7F1F14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44145108" sldId="2147483796"/>
              <ac:picMk id="10" creationId="{9DE307C8-D1C3-00E2-C5B0-2A7EBB981384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44145108" sldId="2147483796"/>
              <ac:picMk id="11" creationId="{6C575B3E-49FD-8450-F2CB-84C6E7A1153D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44145108" sldId="2147483796"/>
              <ac:picMk id="28936725" creationId="{00000000-0000-0000-0000-000000000000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44145108" sldId="2147483796"/>
              <ac:picMk id="172471145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819942097" sldId="214748379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819942097" sldId="2147483797"/>
              <ac:spMk id="2" creationId="{3F8C5CA6-1B07-0B13-95CA-1433F380A598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819942097" sldId="2147483797"/>
              <ac:spMk id="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819942097" sldId="2147483797"/>
              <ac:spMk id="5" creationId="{2CB99639-CA6D-C021-C2BB-8FB93A08B673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819942097" sldId="2147483797"/>
              <ac:picMk id="2128705418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130026017" sldId="214748380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130026017" sldId="2147483801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130026017" sldId="2147483801"/>
              <ac:spMk id="5" creationId="{7FA2F6B6-06DC-4EF7-2D70-B673B7F346CE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12239138" sldId="2147483802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12239138" sldId="2147483802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12239138" sldId="2147483802"/>
              <ac:spMk id="6" creationId="{38C0164F-A425-DAFF-4F8D-CCD2435E155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12239138" sldId="2147483802"/>
              <ac:spMk id="8" creationId="{03021143-2BA7-B3E8-AD6C-9FD4302A49EA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166399178" sldId="2147483803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66399178" sldId="2147483803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66399178" sldId="2147483803"/>
              <ac:spMk id="4" creationId="{FAE487FD-3B81-5414-D8EE-7961A987577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66399178" sldId="2147483803"/>
              <ac:spMk id="5" creationId="{00000000-0000-0000-0000-00000000000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257200430" sldId="2147483804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257200430" sldId="2147483804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257200430" sldId="2147483804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257200430" sldId="2147483804"/>
              <ac:spMk id="6" creationId="{98772F2B-0434-6AC5-5E2E-E10ABDD1A745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778954463" sldId="214748380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78954463" sldId="2147483805"/>
              <ac:spMk id="4" creationId="{A222ABC1-A03E-5EDE-02E2-6F3794850CC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778954463" sldId="2147483805"/>
              <ac:spMk id="13" creationId="{FF6D8674-EA25-0C87-7F7A-4B6FFA7F1F14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778954463" sldId="2147483805"/>
              <ac:picMk id="11" creationId="{6C575B3E-49FD-8450-F2CB-84C6E7A1153D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778954463" sldId="2147483805"/>
              <ac:picMk id="28936725" creationId="{00000000-0000-0000-0000-000000000000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778954463" sldId="2147483805"/>
              <ac:picMk id="733678959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535967755" sldId="2147483810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35967755" sldId="2147483810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35967755" sldId="2147483810"/>
              <ac:spMk id="5" creationId="{C0F15E99-C02F-C566-8827-500E6A9C1D4E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35967755" sldId="2147483810"/>
              <ac:spMk id="6" creationId="{9EC35C5B-3872-7864-2787-0C648AA99BB6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535967755" sldId="2147483810"/>
              <ac:spMk id="7" creationId="{4FA78832-C268-4EC5-BB82-7F9D7F5B51B2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535967755" sldId="2147483810"/>
              <ac:picMk id="2" creationId="{3F8F6905-A0D4-DA0D-B1C3-892DEA90CF6B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162748088" sldId="214748381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162748088" sldId="2147483811"/>
              <ac:spMk id="3" creationId="{FF6F4229-C80F-03D8-379E-5395A9D9105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162748088" sldId="2147483811"/>
              <ac:spMk id="4" creationId="{6F90880B-34A2-54BD-E54C-D9BEA8FA6891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4162748088" sldId="2147483811"/>
              <ac:picMk id="5" creationId="{C2976558-3EEE-080B-A240-E7C3F5ABB868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145801048" sldId="2147483813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3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4" creationId="{DE0D0982-D686-0C55-3C20-38CF602654D3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5" creationId="{8E82BE2B-69B2-5121-2AA4-8473C53F0CF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7" creationId="{D7B725F3-3056-4C67-EF57-4A180708DEB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8" creationId="{9D919D45-FC03-6DF6-A534-7F09777CF3DA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11" creationId="{0A876687-243B-0F88-E4A6-6D6D20F0B90B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145801048" sldId="2147483813"/>
              <ac:spMk id="33" creationId="{6A6C2A84-BDA9-F161-B462-F84F02753B0F}"/>
            </ac:spMkLst>
          </pc:spChg>
          <pc:grpChg chg="mod">
            <ac:chgData name="Gadamsetti, Vyshnavi" userId="7490cab4-c36d-44c7-aa95-abf70b98127a" providerId="ADAL" clId="{12FE5914-9F7A-4C1F-9D21-6C86A49FF53A}" dt="2026-09-11T08:09:09.837" v="707"/>
            <ac:grpSpMkLst>
              <pc:docMk/>
              <pc:sldMasterMk cId="3408294523" sldId="2147483733"/>
              <pc:sldLayoutMk cId="2145801048" sldId="2147483813"/>
              <ac:grpSpMk id="36" creationId="{35AD2A09-250F-1ADC-43C7-571E869ACEFC}"/>
            </ac:grpSpMkLst>
          </pc:gr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221216048" sldId="214748381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221216048" sldId="2147483815"/>
              <ac:spMk id="2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221216048" sldId="2147483815"/>
              <ac:spMk id="3" creationId="{3DD38521-14BF-F5D9-2930-AE3A04ABFA30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009042552" sldId="2147483816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009042552" sldId="2147483816"/>
              <ac:spMk id="4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009042552" sldId="2147483816"/>
              <ac:picMk id="18" creationId="{8CDC0F09-263D-29E7-D374-16F5252D45B1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009042552" sldId="2147483816"/>
              <ac:picMk id="19" creationId="{DC385859-B9B6-B3C8-F173-ECEB2422A16C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009042552" sldId="2147483816"/>
              <ac:picMk id="20" creationId="{087266D6-22F1-A496-6B1F-14CEDC804997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009042552" sldId="2147483816"/>
              <ac:picMk id="598137042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990844581" sldId="2147483817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90844581" sldId="2147483817"/>
              <ac:spMk id="4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90844581" sldId="2147483817"/>
              <ac:spMk id="5" creationId="{FA0F61C1-1CC3-1F5A-18B8-8E26514F6688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990844581" sldId="2147483817"/>
              <ac:picMk id="617409772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779813462" sldId="2147483818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779813462" sldId="2147483818"/>
              <ac:spMk id="4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79813462" sldId="2147483818"/>
              <ac:picMk id="7" creationId="{4E45A13C-829D-1987-9534-F97491F0C5FB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1779813462" sldId="2147483818"/>
              <ac:picMk id="1812923277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863678868" sldId="2147483819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2" creationId="{0F124504-36FD-4753-851D-5B7D02D4A2D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3" creationId="{C823227E-A862-4A7F-BC20-0D107430AB2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5" creationId="{00000000-0000-0000-0000-00000000000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6" creationId="{08501AE6-6504-4184-9443-E89AFACF769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12" creationId="{67CEE09B-6EE1-4BF2-85A3-DE69E91BC4C6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13" creationId="{706505A8-87EA-4BA0-B698-35156BC765D0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14" creationId="{AB150C2C-2030-498B-8262-6BD5BCCBB34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863678868" sldId="2147483819"/>
              <ac:spMk id="15" creationId="{E81B246F-92C7-4EF8-ACD0-05F73C7095BE}"/>
            </ac:spMkLst>
          </pc:spChg>
          <pc:grpChg chg="mod">
            <ac:chgData name="Gadamsetti, Vyshnavi" userId="7490cab4-c36d-44c7-aa95-abf70b98127a" providerId="ADAL" clId="{12FE5914-9F7A-4C1F-9D21-6C86A49FF53A}" dt="2026-09-11T08:09:09.837" v="707"/>
            <ac:grpSpMkLst>
              <pc:docMk/>
              <pc:sldMasterMk cId="3408294523" sldId="2147483733"/>
              <pc:sldLayoutMk cId="3863678868" sldId="2147483819"/>
              <ac:grpSpMk id="4" creationId="{2BEB5E5A-DA85-4D5B-80B9-F94482F55D76}"/>
            </ac:grpSpMkLst>
          </pc:gr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340321426" sldId="2147483821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340321426" sldId="2147483821"/>
              <ac:spMk id="2" creationId="{22A511F2-AB36-486F-DD38-75D70E7966D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340321426" sldId="2147483821"/>
              <ac:spMk id="3" creationId="{00000000-0000-0000-0000-000000000000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340321426" sldId="2147483821"/>
              <ac:picMk id="5" creationId="{F499F4C9-2427-3F8A-52CC-B08C56B79E11}"/>
            </ac:picMkLst>
          </pc:pic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340321426" sldId="2147483821"/>
              <ac:picMk id="1645663304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3944710680" sldId="2147483823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944710680" sldId="2147483823"/>
              <ac:spMk id="4" creationId="{DE5B3AD0-1D89-347D-1FDC-8F83FFF6F994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3944710680" sldId="2147483823"/>
              <ac:spMk id="6" creationId="{729E6C33-847C-5792-E2BD-5963C662ECED}"/>
            </ac:spMkLst>
          </pc:spChg>
          <pc:picChg chg="mod">
            <ac:chgData name="Gadamsetti, Vyshnavi" userId="7490cab4-c36d-44c7-aa95-abf70b98127a" providerId="ADAL" clId="{12FE5914-9F7A-4C1F-9D21-6C86A49FF53A}" dt="2026-09-11T08:09:09.837" v="707"/>
            <ac:picMkLst>
              <pc:docMk/>
              <pc:sldMasterMk cId="3408294523" sldId="2147483733"/>
              <pc:sldLayoutMk cId="3944710680" sldId="2147483823"/>
              <ac:picMk id="2115433348" creationId="{00000000-0000-0000-0000-000000000000}"/>
            </ac:picMkLst>
          </pc:pic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4002108843" sldId="2147483824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15" creationId="{7801A068-E3DD-7FA1-3B63-14C6C3EFB0AB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18" creationId="{7D6A5B63-704C-D12A-FEDD-DDC178A0A966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20" creationId="{56AA1691-6753-45B8-AB77-1105989467F7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21" creationId="{2F8C9320-E8BF-471F-8DD3-1BC479021917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23" creationId="{19798472-DC87-414E-BC4E-CFAF99EF0ED7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28" creationId="{DDCB523A-48A3-4250-B4C1-AF02601BB1B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42" creationId="{00AD0EBC-0A41-4B26-9D79-79E0C00BBA8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48" creationId="{C95C9E5E-6280-581F-FC2E-BF17F0A6F2DE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49" creationId="{08E6B7AB-6B75-1AD1-90E9-9F668FFE5B7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4002108843" sldId="2147483824"/>
              <ac:spMk id="61" creationId="{DD6A81B7-1FEE-46CF-A623-23E99CFEAFBC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2768701216" sldId="2147483825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68701216" sldId="2147483825"/>
              <ac:spMk id="6" creationId="{729E6C33-847C-5792-E2BD-5963C662ECE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68701216" sldId="2147483825"/>
              <ac:spMk id="9" creationId="{6F45BB20-CC77-71AE-A785-DCD42C2AECF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68701216" sldId="2147483825"/>
              <ac:spMk id="10" creationId="{C4FED2BE-6259-64CE-562B-46975C5747E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68701216" sldId="2147483825"/>
              <ac:spMk id="13" creationId="{E96E6B39-45BC-B141-4D4B-63CD006D461E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2768701216" sldId="2147483825"/>
              <ac:spMk id="14" creationId="{5F0AAD8A-B1FC-600E-7D99-98736F5CDDB9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108744589" sldId="2147483826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108744589" sldId="2147483826"/>
              <ac:spMk id="6" creationId="{729E6C33-847C-5792-E2BD-5963C662ECE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108744589" sldId="2147483826"/>
              <ac:spMk id="12" creationId="{15DED969-77E2-26AA-CB6C-CBBE1D08826B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108744589" sldId="2147483826"/>
              <ac:spMk id="13" creationId="{E96E6B39-45BC-B141-4D4B-63CD006D461E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108744589" sldId="2147483826"/>
              <ac:spMk id="14" creationId="{5F0AAD8A-B1FC-600E-7D99-98736F5CDDB9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108744589" sldId="2147483826"/>
              <ac:spMk id="15" creationId="{56FC0E0D-AC3F-5FC3-96B0-FC51FA509DAC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922348347" sldId="2147483828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2" creationId="{02E2A64A-8B37-7F95-C23A-C3D93C8DEC23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3" creationId="{DB80C01D-E3A8-4569-013D-D597865C884B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6" creationId="{9CBF79FE-F787-9301-81AD-A56220775062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10" creationId="{2A5C5A51-CFBC-CA03-038B-F25ECA420C8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24" creationId="{AA53ACC2-4E92-5B3D-5509-AE0FC7AE540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27" creationId="{FCD2E78F-C379-DA9E-AC51-45BB0ACD8CD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28" creationId="{8F604492-C37F-A63E-B6EF-C1D9DA958F6A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49" creationId="{0FAC4B6B-3B2C-409E-6B7B-3332654C7A79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50" creationId="{6A62005D-6E71-B214-2A29-BFD9F334AEF1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922348347" sldId="2147483828"/>
              <ac:spMk id="59" creationId="{F07FA32D-3AB1-18F1-69D9-16F835A2D5D6}"/>
            </ac:spMkLst>
          </pc:spChg>
        </pc:sldLayoutChg>
        <pc:sldLayoutChg chg="modSp">
          <pc:chgData name="Gadamsetti, Vyshnavi" userId="7490cab4-c36d-44c7-aa95-abf70b98127a" providerId="ADAL" clId="{12FE5914-9F7A-4C1F-9D21-6C86A49FF53A}" dt="2026-09-11T08:09:09.837" v="707"/>
          <pc:sldLayoutMkLst>
            <pc:docMk/>
            <pc:sldMasterMk cId="3408294523" sldId="2147483733"/>
            <pc:sldLayoutMk cId="1670734649" sldId="2147483829"/>
          </pc:sldLayoutMkLst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2" creationId="{36943137-62A8-B3EC-D111-2BA192EF306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4" creationId="{9FB243CE-B0B3-55AC-0615-A3583693E365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5" creationId="{8366C5F3-F425-CE4C-8D95-04E9E9BDB6F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7" creationId="{1FCF45A1-A43E-037C-50A7-9B62EBFB00BA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10" creationId="{FE0F1F97-371F-BB20-9044-8D5885634D9A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20" creationId="{56AA1691-6753-45B8-AB77-1105989467F7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22" creationId="{B01A309B-80AB-481C-AE3F-3C56C2C92EE2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41" creationId="{8F40430B-324F-6142-8019-866FBD6AA4AC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43" creationId="{A324B01D-446B-5A0F-EAA7-FF346261E60D}"/>
            </ac:spMkLst>
          </pc:spChg>
          <pc:spChg chg="mod">
            <ac:chgData name="Gadamsetti, Vyshnavi" userId="7490cab4-c36d-44c7-aa95-abf70b98127a" providerId="ADAL" clId="{12FE5914-9F7A-4C1F-9D21-6C86A49FF53A}" dt="2026-09-11T08:09:09.837" v="707"/>
            <ac:spMkLst>
              <pc:docMk/>
              <pc:sldMasterMk cId="3408294523" sldId="2147483733"/>
              <pc:sldLayoutMk cId="1670734649" sldId="2147483829"/>
              <ac:spMk id="48" creationId="{C95C9E5E-6280-581F-FC2E-BF17F0A6F2DE}"/>
            </ac:spMkLst>
          </pc:spChg>
        </pc:sldLayoutChg>
      </pc:sldMasterChg>
    </pc:docChg>
  </pc:docChgLst>
  <pc:docChgLst>
    <pc:chgData name="Wennemers, Sebastian" userId="e80d710f-69a8-4b9b-a2ba-8ab36dea18af" providerId="ADAL" clId="{C87EBFC5-63F2-58AA-B167-D3586933DADC}"/>
    <pc:docChg chg="undo custSel addSld modSld">
      <pc:chgData name="Wennemers, Sebastian" userId="e80d710f-69a8-4b9b-a2ba-8ab36dea18af" providerId="ADAL" clId="{C87EBFC5-63F2-58AA-B167-D3586933DADC}" dt="2026-09-15T09:15:06.700" v="292" actId="14100"/>
      <pc:docMkLst>
        <pc:docMk/>
      </pc:docMkLst>
      <pc:sldChg chg="modSp mod">
        <pc:chgData name="Wennemers, Sebastian" userId="e80d710f-69a8-4b9b-a2ba-8ab36dea18af" providerId="ADAL" clId="{C87EBFC5-63F2-58AA-B167-D3586933DADC}" dt="2026-09-14T09:47:24.798" v="120" actId="1076"/>
        <pc:sldMkLst>
          <pc:docMk/>
          <pc:sldMk cId="1410006953" sldId="261"/>
        </pc:sldMkLst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7" creationId="{C05145F8-1C0C-4479-9402-A85DDA13CBE2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9" creationId="{4671C402-5E08-4E18-B1BD-E89B440FA0D1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10" creationId="{87B6C966-CCCE-471C-8B0A-F93C4EC026FC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12" creationId="{23D16072-B370-49E0-8B14-1C583118B20A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13" creationId="{0BCD0E8F-85F7-4CF5-BDC8-06022ACC61B9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16" creationId="{BC7E4DAC-D454-46C0-BC65-A0F78AE6F89A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17" creationId="{3FA1733C-13C2-44E3-80EA-B48FB1CA369B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24" creationId="{7157F412-A7A3-EF2F-D276-BC1DDCB06D42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31" creationId="{9259787D-D408-9040-7D7C-C2C6228F40A9}"/>
          </ac:spMkLst>
        </pc:spChg>
        <pc:spChg chg="mod">
          <ac:chgData name="Wennemers, Sebastian" userId="e80d710f-69a8-4b9b-a2ba-8ab36dea18af" providerId="ADAL" clId="{C87EBFC5-63F2-58AA-B167-D3586933DADC}" dt="2026-09-14T09:47:24.798" v="120" actId="1076"/>
          <ac:spMkLst>
            <pc:docMk/>
            <pc:sldMk cId="1410006953" sldId="261"/>
            <ac:spMk id="32" creationId="{60D802BB-0069-D86B-1EFF-81BEBF4E479B}"/>
          </ac:spMkLst>
        </pc:spChg>
        <pc:spChg chg="mod">
          <ac:chgData name="Wennemers, Sebastian" userId="e80d710f-69a8-4b9b-a2ba-8ab36dea18af" providerId="ADAL" clId="{C87EBFC5-63F2-58AA-B167-D3586933DADC}" dt="2026-09-14T09:45:34.749" v="0" actId="14100"/>
          <ac:spMkLst>
            <pc:docMk/>
            <pc:sldMk cId="1410006953" sldId="261"/>
            <ac:spMk id="33" creationId="{EBB0D04D-BB63-B7F2-392D-AB7104153237}"/>
          </ac:spMkLst>
        </pc:spChg>
        <pc:spChg chg="mod">
          <ac:chgData name="Wennemers, Sebastian" userId="e80d710f-69a8-4b9b-a2ba-8ab36dea18af" providerId="ADAL" clId="{C87EBFC5-63F2-58AA-B167-D3586933DADC}" dt="2026-09-14T09:47:04.502" v="119" actId="20577"/>
          <ac:spMkLst>
            <pc:docMk/>
            <pc:sldMk cId="1410006953" sldId="261"/>
            <ac:spMk id="37" creationId="{4ECE68CF-9CD4-BD58-4779-248D372C28A3}"/>
          </ac:spMkLst>
        </pc:spChg>
      </pc:sldChg>
      <pc:sldChg chg="modSp add mod">
        <pc:chgData name="Wennemers, Sebastian" userId="e80d710f-69a8-4b9b-a2ba-8ab36dea18af" providerId="ADAL" clId="{C87EBFC5-63F2-58AA-B167-D3586933DADC}" dt="2026-09-14T15:00:42.929" v="288" actId="20577"/>
        <pc:sldMkLst>
          <pc:docMk/>
          <pc:sldMk cId="3214540028" sldId="304"/>
        </pc:sldMkLst>
        <pc:spChg chg="mod">
          <ac:chgData name="Wennemers, Sebastian" userId="e80d710f-69a8-4b9b-a2ba-8ab36dea18af" providerId="ADAL" clId="{C87EBFC5-63F2-58AA-B167-D3586933DADC}" dt="2026-09-14T09:49:20.285" v="166" actId="20577"/>
          <ac:spMkLst>
            <pc:docMk/>
            <pc:sldMk cId="3214540028" sldId="304"/>
            <ac:spMk id="5" creationId="{005D8246-3F45-240D-B946-0A5C1171BD76}"/>
          </ac:spMkLst>
        </pc:spChg>
        <pc:spChg chg="mod">
          <ac:chgData name="Wennemers, Sebastian" userId="e80d710f-69a8-4b9b-a2ba-8ab36dea18af" providerId="ADAL" clId="{C87EBFC5-63F2-58AA-B167-D3586933DADC}" dt="2026-09-14T09:48:44.757" v="127" actId="1076"/>
          <ac:spMkLst>
            <pc:docMk/>
            <pc:sldMk cId="3214540028" sldId="304"/>
            <ac:spMk id="6" creationId="{4AE04CEB-1DCD-E8EF-48B0-191C5B52F559}"/>
          </ac:spMkLst>
        </pc:spChg>
        <pc:spChg chg="mod">
          <ac:chgData name="Wennemers, Sebastian" userId="e80d710f-69a8-4b9b-a2ba-8ab36dea18af" providerId="ADAL" clId="{C87EBFC5-63F2-58AA-B167-D3586933DADC}" dt="2026-09-14T09:49:07.165" v="151" actId="20577"/>
          <ac:spMkLst>
            <pc:docMk/>
            <pc:sldMk cId="3214540028" sldId="304"/>
            <ac:spMk id="7" creationId="{C3609558-DD5E-C2A8-15C2-EE4FB92BF262}"/>
          </ac:spMkLst>
        </pc:spChg>
        <pc:spChg chg="mod">
          <ac:chgData name="Wennemers, Sebastian" userId="e80d710f-69a8-4b9b-a2ba-8ab36dea18af" providerId="ADAL" clId="{C87EBFC5-63F2-58AA-B167-D3586933DADC}" dt="2026-09-14T09:50:46.981" v="262" actId="20577"/>
          <ac:spMkLst>
            <pc:docMk/>
            <pc:sldMk cId="3214540028" sldId="304"/>
            <ac:spMk id="8" creationId="{0EB1F9EE-05CC-5C72-E030-809811548FF3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0" creationId="{FD89F7E3-71F3-93B4-676A-9CB138E3325D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1" creationId="{3D4D9C37-8DDA-C754-B6FE-2664E6EE5E34}"/>
          </ac:spMkLst>
        </pc:spChg>
        <pc:spChg chg="mod">
          <ac:chgData name="Wennemers, Sebastian" userId="e80d710f-69a8-4b9b-a2ba-8ab36dea18af" providerId="ADAL" clId="{C87EBFC5-63F2-58AA-B167-D3586933DADC}" dt="2026-09-14T15:00:24.039" v="266" actId="20577"/>
          <ac:spMkLst>
            <pc:docMk/>
            <pc:sldMk cId="3214540028" sldId="304"/>
            <ac:spMk id="12" creationId="{653B5F47-DBBF-27E3-5265-CA1B00ACABF0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3" creationId="{9046AC61-7C9B-34A9-E3E2-B6686FB23088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5" creationId="{0A4DC682-8DBA-CB49-2DD0-9AB7BFE628B3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6" creationId="{D8494870-49C0-6B99-3F66-FE24D5061FF4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7" creationId="{234B6A15-6FE7-6528-24A8-9B59BA26D975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18" creationId="{93A3BCA9-BEA7-F09F-4654-56476C8460C9}"/>
          </ac:spMkLst>
        </pc:spChg>
        <pc:spChg chg="mod">
          <ac:chgData name="Wennemers, Sebastian" userId="e80d710f-69a8-4b9b-a2ba-8ab36dea18af" providerId="ADAL" clId="{C87EBFC5-63F2-58AA-B167-D3586933DADC}" dt="2026-09-14T15:00:42.929" v="288" actId="20577"/>
          <ac:spMkLst>
            <pc:docMk/>
            <pc:sldMk cId="3214540028" sldId="304"/>
            <ac:spMk id="20" creationId="{100FA615-6AA1-F0B5-A6B1-B89F84022C86}"/>
          </ac:spMkLst>
        </pc:spChg>
        <pc:spChg chg="mod">
          <ac:chgData name="Wennemers, Sebastian" userId="e80d710f-69a8-4b9b-a2ba-8ab36dea18af" providerId="ADAL" clId="{C87EBFC5-63F2-58AA-B167-D3586933DADC}" dt="2026-09-14T09:48:48.772" v="128" actId="1076"/>
          <ac:spMkLst>
            <pc:docMk/>
            <pc:sldMk cId="3214540028" sldId="304"/>
            <ac:spMk id="24" creationId="{963EBF64-F140-BF80-1F09-89C1AAF16A61}"/>
          </ac:spMkLst>
        </pc:spChg>
        <pc:spChg chg="mod">
          <ac:chgData name="Wennemers, Sebastian" userId="e80d710f-69a8-4b9b-a2ba-8ab36dea18af" providerId="ADAL" clId="{C87EBFC5-63F2-58AA-B167-D3586933DADC}" dt="2026-09-14T09:49:48.740" v="190" actId="1076"/>
          <ac:spMkLst>
            <pc:docMk/>
            <pc:sldMk cId="3214540028" sldId="304"/>
            <ac:spMk id="31" creationId="{AFE66269-0F91-AEF7-F068-67C9760E8966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32" creationId="{F968414F-DD5E-0E7D-8C3A-E93951867200}"/>
          </ac:spMkLst>
        </pc:spChg>
        <pc:spChg chg="mod">
          <ac:chgData name="Wennemers, Sebastian" userId="e80d710f-69a8-4b9b-a2ba-8ab36dea18af" providerId="ADAL" clId="{C87EBFC5-63F2-58AA-B167-D3586933DADC}" dt="2026-09-14T09:48:27.174" v="124" actId="1076"/>
          <ac:spMkLst>
            <pc:docMk/>
            <pc:sldMk cId="3214540028" sldId="304"/>
            <ac:spMk id="33" creationId="{DDD1207E-4387-B7AA-CCE9-A534D111D142}"/>
          </ac:spMkLst>
        </pc:spChg>
      </pc:sldChg>
      <pc:sldChg chg="modSp mod">
        <pc:chgData name="Wennemers, Sebastian" userId="e80d710f-69a8-4b9b-a2ba-8ab36dea18af" providerId="ADAL" clId="{C87EBFC5-63F2-58AA-B167-D3586933DADC}" dt="2026-09-15T09:15:06.700" v="292" actId="14100"/>
        <pc:sldMkLst>
          <pc:docMk/>
          <pc:sldMk cId="515185595" sldId="306"/>
        </pc:sldMkLst>
        <pc:spChg chg="mod">
          <ac:chgData name="Wennemers, Sebastian" userId="e80d710f-69a8-4b9b-a2ba-8ab36dea18af" providerId="ADAL" clId="{C87EBFC5-63F2-58AA-B167-D3586933DADC}" dt="2026-09-15T09:15:06.700" v="292" actId="14100"/>
          <ac:spMkLst>
            <pc:docMk/>
            <pc:sldMk cId="515185595" sldId="306"/>
            <ac:spMk id="2" creationId="{6CC24053-E119-7ECF-F0C4-091D6AF92770}"/>
          </ac:spMkLst>
        </pc:spChg>
        <pc:spChg chg="mod">
          <ac:chgData name="Wennemers, Sebastian" userId="e80d710f-69a8-4b9b-a2ba-8ab36dea18af" providerId="ADAL" clId="{C87EBFC5-63F2-58AA-B167-D3586933DADC}" dt="2026-09-15T09:15:00.681" v="289" actId="14100"/>
          <ac:spMkLst>
            <pc:docMk/>
            <pc:sldMk cId="515185595" sldId="306"/>
            <ac:spMk id="3" creationId="{95D7F871-B41B-93C8-7B0E-A1E747BB42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ORD Home Page : https://open-resource-discovery.org/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https://github.com/modelcontextprotocol/modelcontextprotocol/pull/2127</a:t>
            </a:r>
            <a:r>
              <a:rPr lang="en-GB"/>
              <a:t> , show </a:t>
            </a:r>
            <a:r>
              <a:rPr lang="en-GB" err="1"/>
              <a:t>servercard</a:t>
            </a:r>
            <a:r>
              <a:rPr lang="en-GB"/>
              <a:t> </a:t>
            </a:r>
            <a:r>
              <a:rPr lang="en-GB" err="1"/>
              <a:t>json</a:t>
            </a:r>
            <a:r>
              <a:rPr lang="en-GB"/>
              <a:t> … 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D01E-B129-7179-23B9-E863F6DF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D7BEA-CAA7-4EFB-5DDC-DF1A43C57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38922-6956-06ED-942B-DFC0DC9D0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21F19-56D2-2C93-20EB-2337B8FD57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7777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041C-9F14-E640-B4C9-8766D30D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EFEA4-5FAF-B24C-2B79-845B847C9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DB84C-DE77-F526-182F-F04624EE3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F2D93-AF47-1567-8C13-7C6E4F22DD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616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C244-296F-2511-03A4-8419A2EF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627E8-ED6D-EA0B-7E41-A058FB8A2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7E63A-0C39-F91F-6414-17EBB0E0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CD308-805C-066E-17D2-5B19C4E1392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8448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FACC-702D-83BF-9523-3DCD6A80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C4BD8-905C-7E22-232D-CB564079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615B9-4854-317A-01F9-2E334DAAF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5D2B-361F-8962-4A28-A7464E916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media-library/index.html#/" TargetMode="External"/><Relationship Id="rId3" Type="http://schemas.openxmlformats.org/officeDocument/2006/relationships/image" Target="../media/image23.svg"/><Relationship Id="rId7" Type="http://schemas.openxmlformats.org/officeDocument/2006/relationships/hyperlink" Target="https://brand.sap.com/naming-center#/dashboard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hyperlink" Target="https://brand.sap.com/writing-assistant/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108" y="2706317"/>
            <a:ext cx="476420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446" y="0"/>
            <a:ext cx="6224554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076154981" name="LogoBlue-Dynamic" descr="{&quot;templafy&quot;:{&quot;id&quot;:&quot;b204ff5e-c098-4a7d-bf2a-46e9c123aa4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159" y="1156532"/>
            <a:ext cx="5612260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3126" y="0"/>
            <a:ext cx="4318875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2036060"/>
            <a:ext cx="5718273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3678959" name="LogoWhite-Dynamic" descr="{&quot;templafy&quot;:{&quot;id&quot;:&quot;9d934475-b15c-4270-89c1-a9d9827986df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198" y="1294365"/>
            <a:ext cx="7675376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107" y="2706317"/>
            <a:ext cx="1118102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86427035" name="LogoWhite-Dynamic" descr="{&quot;templafy&quot;:{&quot;id&quot;:&quot;a52151ce-89de-41a3-83ff-70e410a8da2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7" y="2706317"/>
            <a:ext cx="535732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188"/>
          <a:stretch/>
        </p:blipFill>
        <p:spPr>
          <a:xfrm>
            <a:off x="7173632" y="1"/>
            <a:ext cx="4312281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3632" y="2385967"/>
            <a:ext cx="4312281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687"/>
          <a:stretch/>
        </p:blipFill>
        <p:spPr>
          <a:xfrm>
            <a:off x="7173632" y="5241836"/>
            <a:ext cx="4312281" cy="1616165"/>
          </a:xfrm>
          <a:prstGeom prst="rect">
            <a:avLst/>
          </a:prstGeom>
        </p:spPr>
      </p:pic>
      <p:pic>
        <p:nvPicPr>
          <p:cNvPr id="1920509704" name="LogoBlack-Dynamic" descr="{&quot;templafy&quot;:{&quot;id&quot;:&quot;e64ccaf0-8a63-4fbf-8075-0186f62d3619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137042" name="LogoWhite-Dynamic" descr="{&quot;templafy&quot;:{&quot;id&quot;:&quot;b248e7f6-e671-4061-ac57-8a786905a09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7" y="2706317"/>
            <a:ext cx="535732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3632" y="1"/>
            <a:ext cx="4312281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73632" y="2385967"/>
            <a:ext cx="4312281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687"/>
          <a:stretch/>
        </p:blipFill>
        <p:spPr>
          <a:xfrm>
            <a:off x="7173632" y="5241836"/>
            <a:ext cx="4312281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8" y="2706317"/>
            <a:ext cx="512836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69034" y="1931313"/>
            <a:ext cx="5658570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617409772" name="LogoBlack-Dynamic" descr="{&quot;templafy&quot;:{&quot;id&quot;:&quot;a8f71cf0-8a86-42ab-a818-072af213edf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8" y="2706317"/>
            <a:ext cx="509906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034" y="1931313"/>
            <a:ext cx="5683680" cy="2829600"/>
          </a:xfrm>
          <a:prstGeom prst="rect">
            <a:avLst/>
          </a:prstGeom>
        </p:spPr>
      </p:pic>
      <p:pic>
        <p:nvPicPr>
          <p:cNvPr id="1812923277" name="LogoBlue-Dynamic" descr="{&quot;templafy&quot;:{&quot;id&quot;:&quot;c0da0290-b9f2-417c-b4aa-e8373b4d1aa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8" y="2706317"/>
            <a:ext cx="511078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78694" y="1932069"/>
            <a:ext cx="5710200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pic>
        <p:nvPicPr>
          <p:cNvPr id="1465163218" name="LogoBlack-Dynamic" descr="{&quot;templafy&quot;:{&quot;id&quot;:&quot;0ee61bac-5a14-4840-86fa-9174b881104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107" y="4024430"/>
            <a:ext cx="11184199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763978285" name="LogoBlue-Dynamic" descr="{&quot;templafy&quot;:{&quot;id&quot;:&quot;03b572ca-1632-4196-a31a-9f81d819aba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998166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 userDrawn="1">
          <p15:clr>
            <a:srgbClr val="FBAE40"/>
          </p15:clr>
        </p15:guide>
        <p15:guide id="5" orient="horz" pos="2534" userDrawn="1">
          <p15:clr>
            <a:srgbClr val="FBAE40"/>
          </p15:clr>
        </p15:guide>
        <p15:guide id="6" orient="horz" pos="3164" userDrawn="1">
          <p15:clr>
            <a:srgbClr val="FBAE40"/>
          </p15:clr>
        </p15:guide>
        <p15:guide id="7" orient="horz" pos="3232" userDrawn="1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107" y="4024430"/>
            <a:ext cx="1068115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pic>
        <p:nvPicPr>
          <p:cNvPr id="1645663304" name="LogoBlue-Dynamic" descr="{&quot;templafy&quot;:{&quot;id&quot;:&quot;73715449-ed34-4b24-81f7-1248b6c16ec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997600"/>
            <a:ext cx="727003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2000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08913" y="503239"/>
            <a:ext cx="4084742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 userDrawn="1">
          <p15:clr>
            <a:srgbClr val="FBAE40"/>
          </p15:clr>
        </p15:guide>
        <p15:guide id="5" orient="horz" pos="2534" userDrawn="1">
          <p15:clr>
            <a:srgbClr val="FBAE40"/>
          </p15:clr>
        </p15:guide>
        <p15:guide id="6" orient="horz" pos="3164" userDrawn="1">
          <p15:clr>
            <a:srgbClr val="FBAE40"/>
          </p15:clr>
        </p15:guide>
        <p15:guide id="7" orient="horz" pos="3232" userDrawn="1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2706317"/>
            <a:ext cx="613272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115433348" name="LogoWhite-Dynamic" descr="{&quot;templafy&quot;:{&quot;id&quot;:&quot;2d5c50bc-0e83-4e98-92d0-52bf5229014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1512" y="0"/>
            <a:ext cx="5270488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69" y="505381"/>
            <a:ext cx="1118356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69" y="1548001"/>
            <a:ext cx="11183565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70" y="505381"/>
            <a:ext cx="737125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70" y="1548001"/>
            <a:ext cx="737125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5885" y="0"/>
            <a:ext cx="4066115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28964" y="-1"/>
            <a:ext cx="2895062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sz="2100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sz="2100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108" y="2305050"/>
            <a:ext cx="4743802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3108" y="1341438"/>
            <a:ext cx="11182288" cy="677108"/>
          </a:xfrm>
        </p:spPr>
        <p:txBody>
          <a:bodyPr anchor="ctr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8684" y="2409572"/>
            <a:ext cx="6088623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2000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5479" y="1767939"/>
            <a:ext cx="6737867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 sz="2100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107" y="3090446"/>
            <a:ext cx="11184199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1"/>
            <a:ext cx="11183565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3856" y="1548001"/>
            <a:ext cx="54635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1"/>
            <a:ext cx="54635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19793" y="4770001"/>
            <a:ext cx="546764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3856" y="1548001"/>
            <a:ext cx="5463577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770001"/>
            <a:ext cx="5463577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1"/>
            <a:ext cx="5463577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5884" y="4354922"/>
            <a:ext cx="356155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5884" y="1548000"/>
            <a:ext cx="356155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3701" y="4354922"/>
            <a:ext cx="3559836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3703" y="1548000"/>
            <a:ext cx="3559835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354922"/>
            <a:ext cx="355907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0"/>
            <a:ext cx="3559073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7230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78137" y="1548001"/>
            <a:ext cx="26092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2776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19794" y="1548001"/>
            <a:ext cx="26059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8323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1450" y="1548001"/>
            <a:ext cx="26059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8" y="1548001"/>
            <a:ext cx="260523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7" y="1548001"/>
            <a:ext cx="736967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736967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0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19793" y="1557339"/>
            <a:ext cx="5467640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5463577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48001"/>
            <a:ext cx="11182288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198" y="1543051"/>
            <a:ext cx="8059001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00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359" y="3256398"/>
            <a:ext cx="927969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198" y="5832475"/>
            <a:ext cx="8325857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108" y="503238"/>
            <a:ext cx="11181025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 userDrawn="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8" y="2781300"/>
            <a:ext cx="4764434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108" y="503238"/>
            <a:ext cx="11181025" cy="3708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108" y="3725639"/>
            <a:ext cx="4764434" cy="3939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69034" y="1931313"/>
            <a:ext cx="5658570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D1EF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 userDrawn="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107" y="2905126"/>
            <a:ext cx="183656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1543050"/>
            <a:ext cx="5464339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817" y="5990000"/>
            <a:ext cx="3505490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3869" y="6145872"/>
            <a:ext cx="6702266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580B695F-790D-4A7B-8DB0-BF4DCB714F9E}" type="datetimeyyyy">
              <a:rPr lang="en-GB" sz="600" smtClean="0">
                <a:latin typeface="72 Brand" panose="020B0504030603020204" pitchFamily="34" charset="0"/>
              </a:rPr>
              <a:t>2026</a:t>
            </a:fld>
            <a:r>
              <a:rPr lang="en-GB" sz="60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sz="60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4024430"/>
            <a:ext cx="10896336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817" y="5990000"/>
            <a:ext cx="3505490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3869" y="6145872"/>
            <a:ext cx="6702266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C0321556-B0C7-40B5-B24D-A3A0B615DFFF}" type="datetimeyyyy">
              <a:rPr lang="en-GB" sz="600" smtClean="0">
                <a:latin typeface="72 Brand" panose="020B0504030603020204" pitchFamily="34" charset="0"/>
              </a:rPr>
              <a:t>2026</a:t>
            </a:fld>
            <a:r>
              <a:rPr lang="en-GB" sz="60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sz="60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3709" y="6494825"/>
            <a:ext cx="898291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 userDrawn="1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 userDrawn="1">
          <p15:clr>
            <a:srgbClr val="FBAE40"/>
          </p15:clr>
        </p15:guide>
        <p15:guide id="6" orient="horz" pos="3164" userDrawn="1">
          <p15:clr>
            <a:srgbClr val="FBAE40"/>
          </p15:clr>
        </p15:guide>
        <p15:guide id="7" orient="horz" pos="3232" userDrawn="1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1634" y="1604962"/>
            <a:ext cx="343311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7472" y="2073217"/>
            <a:ext cx="65163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4701" y="1142618"/>
            <a:ext cx="2176463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108" y="1142618"/>
            <a:ext cx="1741489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0626" y="2382612"/>
            <a:ext cx="457143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0627" y="3852637"/>
            <a:ext cx="328881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0626" y="5922365"/>
            <a:ext cx="53846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7932" y="4485830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6557" y="1142618"/>
            <a:ext cx="2175669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0626" y="4832123"/>
            <a:ext cx="475428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9859" y="6433200"/>
            <a:ext cx="2742486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7548" y="6433200"/>
            <a:ext cx="411372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0608" y="6433200"/>
            <a:ext cx="335434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0626" y="3134689"/>
            <a:ext cx="257143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4224" y="3691783"/>
            <a:ext cx="341204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79724" y="1142617"/>
            <a:ext cx="2239152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49642" y="4056806"/>
            <a:ext cx="1322390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6050" y="2480919"/>
            <a:ext cx="417553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8516" y="1718612"/>
            <a:ext cx="372621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034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69034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7482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-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79724" y="6085529"/>
            <a:ext cx="2606205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9859" y="6433200"/>
            <a:ext cx="2742486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7548" y="6433200"/>
            <a:ext cx="411372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0608" y="6433200"/>
            <a:ext cx="335434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-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4763" y="2402037"/>
            <a:ext cx="2606819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5119" y="1881657"/>
            <a:ext cx="1296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265" y="1881657"/>
            <a:ext cx="57052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3870" y="2402037"/>
            <a:ext cx="260681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3496" y="2380971"/>
            <a:ext cx="2606819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2273" y="1881657"/>
            <a:ext cx="14070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67803" y="1881657"/>
            <a:ext cx="15721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0487" y="2402037"/>
            <a:ext cx="260681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745" y="1802913"/>
            <a:ext cx="406294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7963" y="1802913"/>
            <a:ext cx="406294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1476" y="1802913"/>
            <a:ext cx="406294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092" y="1802913"/>
            <a:ext cx="406294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3870" y="6014621"/>
            <a:ext cx="11199247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40430B-324F-6142-8019-866FBD6AA4AC}"/>
              </a:ext>
            </a:extLst>
          </p:cNvPr>
          <p:cNvSpPr/>
          <p:nvPr userDrawn="1"/>
        </p:nvSpPr>
        <p:spPr bwMode="gray">
          <a:xfrm>
            <a:off x="503107" y="4581972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</a:t>
            </a:r>
            <a:br>
              <a:rPr lang="en-US" sz="1400">
                <a:latin typeface="72 Brand" panose="020B0504030603020204" pitchFamily="34" charset="0"/>
              </a:rPr>
            </a:br>
            <a:r>
              <a:rPr lang="en-US" sz="1400">
                <a:latin typeface="72 Brand" panose="020B0504030603020204" pitchFamily="34" charset="0"/>
              </a:rPr>
              <a:t>paste it in a browser: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6"/>
              </a:rPr>
              <a:t>https://brand.sap.com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24B01D-446B-5A0F-EAA7-FF346261E60D}"/>
              </a:ext>
            </a:extLst>
          </p:cNvPr>
          <p:cNvSpPr/>
          <p:nvPr userDrawn="1"/>
        </p:nvSpPr>
        <p:spPr bwMode="gray">
          <a:xfrm>
            <a:off x="6243496" y="4566196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7"/>
              </a:rPr>
              <a:t>https://brand.sap.com/naming-center#/dashboard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D4DDE6-39EF-5864-E5AB-48A46EB75C83}"/>
              </a:ext>
            </a:extLst>
          </p:cNvPr>
          <p:cNvSpPr/>
          <p:nvPr userDrawn="1"/>
        </p:nvSpPr>
        <p:spPr bwMode="gray">
          <a:xfrm>
            <a:off x="3374763" y="4581972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hlinkClick r:id="rId8"/>
              </a:rPr>
              <a:t>https://brand.sap.com/media-library/index.html#/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8ACE7E-7EFD-4082-5E7E-2ADE1F763B0A}"/>
              </a:ext>
            </a:extLst>
          </p:cNvPr>
          <p:cNvSpPr/>
          <p:nvPr userDrawn="1"/>
        </p:nvSpPr>
        <p:spPr bwMode="gray">
          <a:xfrm>
            <a:off x="9080487" y="4566196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9"/>
              </a:rPr>
              <a:t>https://brand.sap.com/writing-assistant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3870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4535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5200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5801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7471" y="114018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48072" y="114018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3870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4535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5200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5801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7471" y="1734820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48072" y="1734820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3870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4535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5200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5801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7471" y="2329458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48072" y="2329458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3870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4535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5200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5801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7471" y="292409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48072" y="292409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3870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4535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5200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5801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7471" y="351873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48072" y="351873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3870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4535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5200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5801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7471" y="411337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48072" y="411337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3870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4535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5200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5801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7471" y="470801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48072" y="470801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3870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4535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5200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5801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7471" y="530264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48072" y="530264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3870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4535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5200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5801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7471" y="589728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48072" y="589728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-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4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>
                <a:solidFill>
                  <a:schemeClr val="bg1"/>
                </a:solidFill>
                <a:latin typeface="+mj-lt"/>
              </a:rPr>
              <a:t> - please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do not use them. These layouts </a:t>
            </a:r>
            <a:r>
              <a:rPr lang="en-GB" sz="4400" b="0" i="1" u="sng" noProof="0">
                <a:solidFill>
                  <a:schemeClr val="bg1"/>
                </a:solidFill>
                <a:latin typeface="+mj-lt"/>
              </a:rPr>
              <a:t>are not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endParaRPr lang="en-GB" sz="2800" b="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3029169"/>
            <a:ext cx="10152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1" i="1" noProof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>
                <a:solidFill>
                  <a:schemeClr val="bg1"/>
                </a:solidFill>
                <a:latin typeface="+mn-lt"/>
              </a:rPr>
            </a:br>
            <a:endParaRPr lang="en-GB" sz="2000" b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96" y="6537074"/>
            <a:ext cx="98501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273" y="6537074"/>
            <a:ext cx="2947583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257" y="6537074"/>
            <a:ext cx="265769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159" y="1230008"/>
            <a:ext cx="5612260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3126" y="0"/>
            <a:ext cx="4318875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869" y="2206502"/>
            <a:ext cx="546433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72471145" name="LogoWhite-Dynamic" descr="{&quot;templafy&quot;:{&quot;id&quot;:&quot;7ad80084-4cf8-47de-bfe3-47e41d6bdbb1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869" y="4267201"/>
            <a:ext cx="5470448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1512" y="0"/>
            <a:ext cx="5270488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128705418" name="LogoWhite-Dynamic" descr="{&quot;templafy&quot;:{&quot;id&quot;:&quot;b812ab84-7fed-44dd-952c-03f29939a74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869" y="2706317"/>
            <a:ext cx="641639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869" y="4267201"/>
            <a:ext cx="5502016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107" y="1543051"/>
            <a:ext cx="11184199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7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108" y="1543051"/>
            <a:ext cx="5465927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1380" y="1543051"/>
            <a:ext cx="5465927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736967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107" y="1543051"/>
            <a:ext cx="7370431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0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19793" y="1557339"/>
            <a:ext cx="5467640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107" y="1543050"/>
            <a:ext cx="5462752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4" y="656823"/>
            <a:ext cx="11356977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>
                <a:solidFill>
                  <a:schemeClr val="bg1"/>
                </a:solidFill>
                <a:latin typeface="+mj-lt"/>
              </a:rPr>
            </a:br>
            <a:r>
              <a:rPr lang="en-GB" sz="4400" b="0" noProof="0">
                <a:solidFill>
                  <a:schemeClr val="bg1"/>
                </a:solidFill>
                <a:latin typeface="+mj-lt"/>
              </a:rPr>
              <a:t>to templates other than the officially distributed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3" y="46613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2" y="4365269"/>
            <a:ext cx="10152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96" y="6537074"/>
            <a:ext cx="98501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273" y="6537074"/>
            <a:ext cx="2947583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257" y="6537074"/>
            <a:ext cx="265769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99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72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tags" Target="../tags/tag18.xml"/><Relationship Id="rId84" Type="http://schemas.openxmlformats.org/officeDocument/2006/relationships/tags" Target="../tags/tag39.xml"/><Relationship Id="rId138" Type="http://schemas.openxmlformats.org/officeDocument/2006/relationships/tags" Target="../tags/tag93.xml"/><Relationship Id="rId159" Type="http://schemas.openxmlformats.org/officeDocument/2006/relationships/tags" Target="../tags/tag114.xml"/><Relationship Id="rId107" Type="http://schemas.openxmlformats.org/officeDocument/2006/relationships/tags" Target="../tags/tag62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8.xml"/><Relationship Id="rId74" Type="http://schemas.openxmlformats.org/officeDocument/2006/relationships/tags" Target="../tags/tag29.xml"/><Relationship Id="rId128" Type="http://schemas.openxmlformats.org/officeDocument/2006/relationships/tags" Target="../tags/tag83.xml"/><Relationship Id="rId149" Type="http://schemas.openxmlformats.org/officeDocument/2006/relationships/tags" Target="../tags/tag104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50.xml"/><Relationship Id="rId160" Type="http://schemas.openxmlformats.org/officeDocument/2006/relationships/tags" Target="../tags/tag115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tags" Target="../tags/tag19.xml"/><Relationship Id="rId118" Type="http://schemas.openxmlformats.org/officeDocument/2006/relationships/tags" Target="../tags/tag73.xml"/><Relationship Id="rId139" Type="http://schemas.openxmlformats.org/officeDocument/2006/relationships/tags" Target="../tags/tag94.xml"/><Relationship Id="rId85" Type="http://schemas.openxmlformats.org/officeDocument/2006/relationships/tags" Target="../tags/tag40.xml"/><Relationship Id="rId150" Type="http://schemas.openxmlformats.org/officeDocument/2006/relationships/tags" Target="../tags/tag105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tags" Target="../tags/tag63.xml"/><Relationship Id="rId129" Type="http://schemas.openxmlformats.org/officeDocument/2006/relationships/tags" Target="../tags/tag84.xml"/><Relationship Id="rId54" Type="http://schemas.openxmlformats.org/officeDocument/2006/relationships/tags" Target="../tags/tag9.xml"/><Relationship Id="rId70" Type="http://schemas.openxmlformats.org/officeDocument/2006/relationships/tags" Target="../tags/tag25.xml"/><Relationship Id="rId75" Type="http://schemas.openxmlformats.org/officeDocument/2006/relationships/tags" Target="../tags/tag30.xml"/><Relationship Id="rId91" Type="http://schemas.openxmlformats.org/officeDocument/2006/relationships/tags" Target="../tags/tag46.xml"/><Relationship Id="rId96" Type="http://schemas.openxmlformats.org/officeDocument/2006/relationships/tags" Target="../tags/tag51.xml"/><Relationship Id="rId140" Type="http://schemas.openxmlformats.org/officeDocument/2006/relationships/tags" Target="../tags/tag95.xml"/><Relationship Id="rId145" Type="http://schemas.openxmlformats.org/officeDocument/2006/relationships/tags" Target="../tags/tag100.xml"/><Relationship Id="rId161" Type="http://schemas.openxmlformats.org/officeDocument/2006/relationships/tags" Target="../tags/tag116.xml"/><Relationship Id="rId166" Type="http://schemas.openxmlformats.org/officeDocument/2006/relationships/tags" Target="../tags/tag12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4.xml"/><Relationship Id="rId114" Type="http://schemas.openxmlformats.org/officeDocument/2006/relationships/tags" Target="../tags/tag69.xml"/><Relationship Id="rId119" Type="http://schemas.openxmlformats.org/officeDocument/2006/relationships/tags" Target="../tags/tag74.xml"/><Relationship Id="rId44" Type="http://schemas.openxmlformats.org/officeDocument/2006/relationships/slideLayout" Target="../slideLayouts/slideLayout44.xml"/><Relationship Id="rId60" Type="http://schemas.openxmlformats.org/officeDocument/2006/relationships/tags" Target="../tags/tag15.xml"/><Relationship Id="rId65" Type="http://schemas.openxmlformats.org/officeDocument/2006/relationships/tags" Target="../tags/tag20.xml"/><Relationship Id="rId81" Type="http://schemas.openxmlformats.org/officeDocument/2006/relationships/tags" Target="../tags/tag36.xml"/><Relationship Id="rId86" Type="http://schemas.openxmlformats.org/officeDocument/2006/relationships/tags" Target="../tags/tag41.xml"/><Relationship Id="rId130" Type="http://schemas.openxmlformats.org/officeDocument/2006/relationships/tags" Target="../tags/tag85.xml"/><Relationship Id="rId135" Type="http://schemas.openxmlformats.org/officeDocument/2006/relationships/tags" Target="../tags/tag90.xml"/><Relationship Id="rId151" Type="http://schemas.openxmlformats.org/officeDocument/2006/relationships/tags" Target="../tags/tag106.xml"/><Relationship Id="rId156" Type="http://schemas.openxmlformats.org/officeDocument/2006/relationships/tags" Target="../tags/tag11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tags" Target="../tags/tag64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5.xml"/><Relationship Id="rId55" Type="http://schemas.openxmlformats.org/officeDocument/2006/relationships/tags" Target="../tags/tag10.xml"/><Relationship Id="rId76" Type="http://schemas.openxmlformats.org/officeDocument/2006/relationships/tags" Target="../tags/tag31.xml"/><Relationship Id="rId97" Type="http://schemas.openxmlformats.org/officeDocument/2006/relationships/tags" Target="../tags/tag52.xml"/><Relationship Id="rId104" Type="http://schemas.openxmlformats.org/officeDocument/2006/relationships/tags" Target="../tags/tag59.xml"/><Relationship Id="rId120" Type="http://schemas.openxmlformats.org/officeDocument/2006/relationships/tags" Target="../tags/tag75.xml"/><Relationship Id="rId125" Type="http://schemas.openxmlformats.org/officeDocument/2006/relationships/tags" Target="../tags/tag80.xml"/><Relationship Id="rId141" Type="http://schemas.openxmlformats.org/officeDocument/2006/relationships/tags" Target="../tags/tag96.xml"/><Relationship Id="rId146" Type="http://schemas.openxmlformats.org/officeDocument/2006/relationships/tags" Target="../tags/tag101.xml"/><Relationship Id="rId167" Type="http://schemas.openxmlformats.org/officeDocument/2006/relationships/tags" Target="../tags/tag122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6.xml"/><Relationship Id="rId92" Type="http://schemas.openxmlformats.org/officeDocument/2006/relationships/tags" Target="../tags/tag47.xml"/><Relationship Id="rId162" Type="http://schemas.openxmlformats.org/officeDocument/2006/relationships/tags" Target="../tags/tag117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tags" Target="../tags/tag21.xml"/><Relationship Id="rId87" Type="http://schemas.openxmlformats.org/officeDocument/2006/relationships/tags" Target="../tags/tag42.xml"/><Relationship Id="rId110" Type="http://schemas.openxmlformats.org/officeDocument/2006/relationships/tags" Target="../tags/tag65.xml"/><Relationship Id="rId115" Type="http://schemas.openxmlformats.org/officeDocument/2006/relationships/tags" Target="../tags/tag70.xml"/><Relationship Id="rId131" Type="http://schemas.openxmlformats.org/officeDocument/2006/relationships/tags" Target="../tags/tag86.xml"/><Relationship Id="rId136" Type="http://schemas.openxmlformats.org/officeDocument/2006/relationships/tags" Target="../tags/tag91.xml"/><Relationship Id="rId157" Type="http://schemas.openxmlformats.org/officeDocument/2006/relationships/tags" Target="../tags/tag112.xml"/><Relationship Id="rId61" Type="http://schemas.openxmlformats.org/officeDocument/2006/relationships/tags" Target="../tags/tag16.xml"/><Relationship Id="rId82" Type="http://schemas.openxmlformats.org/officeDocument/2006/relationships/tags" Target="../tags/tag37.xml"/><Relationship Id="rId152" Type="http://schemas.openxmlformats.org/officeDocument/2006/relationships/tags" Target="../tags/tag10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11.xml"/><Relationship Id="rId77" Type="http://schemas.openxmlformats.org/officeDocument/2006/relationships/tags" Target="../tags/tag32.xml"/><Relationship Id="rId100" Type="http://schemas.openxmlformats.org/officeDocument/2006/relationships/tags" Target="../tags/tag55.xml"/><Relationship Id="rId105" Type="http://schemas.openxmlformats.org/officeDocument/2006/relationships/tags" Target="../tags/tag60.xml"/><Relationship Id="rId126" Type="http://schemas.openxmlformats.org/officeDocument/2006/relationships/tags" Target="../tags/tag81.xml"/><Relationship Id="rId147" Type="http://schemas.openxmlformats.org/officeDocument/2006/relationships/tags" Target="../tags/tag102.xml"/><Relationship Id="rId168" Type="http://schemas.openxmlformats.org/officeDocument/2006/relationships/tags" Target="../tags/tag12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6.xml"/><Relationship Id="rId72" Type="http://schemas.openxmlformats.org/officeDocument/2006/relationships/tags" Target="../tags/tag27.xml"/><Relationship Id="rId93" Type="http://schemas.openxmlformats.org/officeDocument/2006/relationships/tags" Target="../tags/tag48.xml"/><Relationship Id="rId98" Type="http://schemas.openxmlformats.org/officeDocument/2006/relationships/tags" Target="../tags/tag53.xml"/><Relationship Id="rId121" Type="http://schemas.openxmlformats.org/officeDocument/2006/relationships/tags" Target="../tags/tag76.xml"/><Relationship Id="rId142" Type="http://schemas.openxmlformats.org/officeDocument/2006/relationships/tags" Target="../tags/tag97.xml"/><Relationship Id="rId163" Type="http://schemas.openxmlformats.org/officeDocument/2006/relationships/tags" Target="../tags/tag11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heme" Target="../theme/theme1.xml"/><Relationship Id="rId67" Type="http://schemas.openxmlformats.org/officeDocument/2006/relationships/tags" Target="../tags/tag22.xml"/><Relationship Id="rId116" Type="http://schemas.openxmlformats.org/officeDocument/2006/relationships/tags" Target="../tags/tag71.xml"/><Relationship Id="rId137" Type="http://schemas.openxmlformats.org/officeDocument/2006/relationships/tags" Target="../tags/tag92.xml"/><Relationship Id="rId158" Type="http://schemas.openxmlformats.org/officeDocument/2006/relationships/tags" Target="../tags/tag11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tags" Target="../tags/tag17.xml"/><Relationship Id="rId83" Type="http://schemas.openxmlformats.org/officeDocument/2006/relationships/tags" Target="../tags/tag38.xml"/><Relationship Id="rId88" Type="http://schemas.openxmlformats.org/officeDocument/2006/relationships/tags" Target="../tags/tag43.xml"/><Relationship Id="rId111" Type="http://schemas.openxmlformats.org/officeDocument/2006/relationships/tags" Target="../tags/tag66.xml"/><Relationship Id="rId132" Type="http://schemas.openxmlformats.org/officeDocument/2006/relationships/tags" Target="../tags/tag87.xml"/><Relationship Id="rId153" Type="http://schemas.openxmlformats.org/officeDocument/2006/relationships/tags" Target="../tags/tag108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12.xml"/><Relationship Id="rId106" Type="http://schemas.openxmlformats.org/officeDocument/2006/relationships/tags" Target="../tags/tag61.xml"/><Relationship Id="rId127" Type="http://schemas.openxmlformats.org/officeDocument/2006/relationships/tags" Target="../tags/tag82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7.xml"/><Relationship Id="rId73" Type="http://schemas.openxmlformats.org/officeDocument/2006/relationships/tags" Target="../tags/tag28.xml"/><Relationship Id="rId78" Type="http://schemas.openxmlformats.org/officeDocument/2006/relationships/tags" Target="../tags/tag33.xml"/><Relationship Id="rId94" Type="http://schemas.openxmlformats.org/officeDocument/2006/relationships/tags" Target="../tags/tag49.xml"/><Relationship Id="rId99" Type="http://schemas.openxmlformats.org/officeDocument/2006/relationships/tags" Target="../tags/tag54.xml"/><Relationship Id="rId101" Type="http://schemas.openxmlformats.org/officeDocument/2006/relationships/tags" Target="../tags/tag56.xml"/><Relationship Id="rId122" Type="http://schemas.openxmlformats.org/officeDocument/2006/relationships/tags" Target="../tags/tag77.xml"/><Relationship Id="rId143" Type="http://schemas.openxmlformats.org/officeDocument/2006/relationships/tags" Target="../tags/tag98.xml"/><Relationship Id="rId148" Type="http://schemas.openxmlformats.org/officeDocument/2006/relationships/tags" Target="../tags/tag103.xml"/><Relationship Id="rId164" Type="http://schemas.openxmlformats.org/officeDocument/2006/relationships/tags" Target="../tags/tag119.xml"/><Relationship Id="rId169" Type="http://schemas.openxmlformats.org/officeDocument/2006/relationships/tags" Target="../tags/tag12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2.xml"/><Relationship Id="rId68" Type="http://schemas.openxmlformats.org/officeDocument/2006/relationships/tags" Target="../tags/tag23.xml"/><Relationship Id="rId89" Type="http://schemas.openxmlformats.org/officeDocument/2006/relationships/tags" Target="../tags/tag44.xml"/><Relationship Id="rId112" Type="http://schemas.openxmlformats.org/officeDocument/2006/relationships/tags" Target="../tags/tag67.xml"/><Relationship Id="rId133" Type="http://schemas.openxmlformats.org/officeDocument/2006/relationships/tags" Target="../tags/tag88.xml"/><Relationship Id="rId154" Type="http://schemas.openxmlformats.org/officeDocument/2006/relationships/tags" Target="../tags/tag109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13.xml"/><Relationship Id="rId79" Type="http://schemas.openxmlformats.org/officeDocument/2006/relationships/tags" Target="../tags/tag34.xml"/><Relationship Id="rId102" Type="http://schemas.openxmlformats.org/officeDocument/2006/relationships/tags" Target="../tags/tag57.xml"/><Relationship Id="rId123" Type="http://schemas.openxmlformats.org/officeDocument/2006/relationships/tags" Target="../tags/tag78.xml"/><Relationship Id="rId144" Type="http://schemas.openxmlformats.org/officeDocument/2006/relationships/tags" Target="../tags/tag99.xml"/><Relationship Id="rId90" Type="http://schemas.openxmlformats.org/officeDocument/2006/relationships/tags" Target="../tags/tag45.xml"/><Relationship Id="rId165" Type="http://schemas.openxmlformats.org/officeDocument/2006/relationships/tags" Target="../tags/tag120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3.xml"/><Relationship Id="rId69" Type="http://schemas.openxmlformats.org/officeDocument/2006/relationships/tags" Target="../tags/tag24.xml"/><Relationship Id="rId113" Type="http://schemas.openxmlformats.org/officeDocument/2006/relationships/tags" Target="../tags/tag68.xml"/><Relationship Id="rId134" Type="http://schemas.openxmlformats.org/officeDocument/2006/relationships/tags" Target="../tags/tag89.xml"/><Relationship Id="rId80" Type="http://schemas.openxmlformats.org/officeDocument/2006/relationships/tags" Target="../tags/tag35.xml"/><Relationship Id="rId155" Type="http://schemas.openxmlformats.org/officeDocument/2006/relationships/tags" Target="../tags/tag110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14.xml"/><Relationship Id="rId103" Type="http://schemas.openxmlformats.org/officeDocument/2006/relationships/tags" Target="../tags/tag58.xml"/><Relationship Id="rId124" Type="http://schemas.openxmlformats.org/officeDocument/2006/relationships/tags" Target="../tags/tag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0"/>
            <a:ext cx="11180262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9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50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2100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0287" y="3089732"/>
            <a:ext cx="3210728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17731" y="1126713"/>
            <a:ext cx="1322335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17731" y="1126713"/>
            <a:ext cx="1322335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0440" y="210785"/>
            <a:ext cx="70686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0388" y="210785"/>
            <a:ext cx="1656919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1879" y="210785"/>
            <a:ext cx="955427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1880" y="210785"/>
            <a:ext cx="95542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1879" y="210785"/>
            <a:ext cx="955427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2640" y="210785"/>
            <a:ext cx="70466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47974" y="210783"/>
            <a:ext cx="2639460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3870" y="1548561"/>
            <a:ext cx="11183564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741" r:id="rId12"/>
    <p:sldLayoutId id="2147483813" r:id="rId13"/>
    <p:sldLayoutId id="2147483765" r:id="rId14"/>
    <p:sldLayoutId id="2147483811" r:id="rId15"/>
    <p:sldLayoutId id="2147483767" r:id="rId16"/>
    <p:sldLayoutId id="2147483815" r:id="rId17"/>
    <p:sldLayoutId id="2147483812" r:id="rId18"/>
    <p:sldLayoutId id="2147483774" r:id="rId19"/>
    <p:sldLayoutId id="2147483745" r:id="rId20"/>
    <p:sldLayoutId id="2147483760" r:id="rId21"/>
    <p:sldLayoutId id="2147483768" r:id="rId22"/>
    <p:sldLayoutId id="2147483769" r:id="rId23"/>
    <p:sldLayoutId id="2147483770" r:id="rId24"/>
    <p:sldLayoutId id="2147483757" r:id="rId25"/>
    <p:sldLayoutId id="2147483771" r:id="rId26"/>
    <p:sldLayoutId id="2147483763" r:id="rId27"/>
    <p:sldLayoutId id="2147483751" r:id="rId28"/>
    <p:sldLayoutId id="2147483825" r:id="rId29"/>
    <p:sldLayoutId id="2147483826" r:id="rId30"/>
    <p:sldLayoutId id="2147483740" r:id="rId31"/>
    <p:sldLayoutId id="2147483810" r:id="rId32"/>
    <p:sldLayoutId id="2147483756" r:id="rId33"/>
    <p:sldLayoutId id="2147483824" r:id="rId34"/>
    <p:sldLayoutId id="2147483829" r:id="rId35"/>
    <p:sldLayoutId id="2147483828" r:id="rId36"/>
    <p:sldLayoutId id="2147483795" r:id="rId37"/>
    <p:sldLayoutId id="2147483796" r:id="rId38"/>
    <p:sldLayoutId id="2147483797" r:id="rId39"/>
    <p:sldLayoutId id="2147483801" r:id="rId40"/>
    <p:sldLayoutId id="2147483802" r:id="rId41"/>
    <p:sldLayoutId id="2147483803" r:id="rId42"/>
    <p:sldLayoutId id="2147483804" r:id="rId43"/>
    <p:sldLayoutId id="2147483819" r:id="rId44"/>
    <p:sldLayoutId id="2147483830" r:id="rId45"/>
  </p:sldLayoutIdLst>
  <p:hf sldNum="0"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59" userDrawn="1">
          <p15:clr>
            <a:srgbClr val="A4A4A4"/>
          </p15:clr>
        </p15:guide>
        <p15:guide id="9" pos="2117" userDrawn="1">
          <p15:clr>
            <a:srgbClr val="A4A4A4"/>
          </p15:clr>
        </p15:guide>
        <p15:guide id="10" pos="2559" userDrawn="1">
          <p15:clr>
            <a:srgbClr val="A4A4A4"/>
          </p15:clr>
        </p15:guide>
        <p15:guide id="11" pos="2718" userDrawn="1">
          <p15:clr>
            <a:srgbClr val="A4A4A4"/>
          </p15:clr>
        </p15:guide>
        <p15:guide id="12" pos="3160" userDrawn="1">
          <p15:clr>
            <a:srgbClr val="A4A4A4"/>
          </p15:clr>
        </p15:guide>
        <p15:guide id="13" pos="3318" userDrawn="1">
          <p15:clr>
            <a:srgbClr val="A4A4A4"/>
          </p15:clr>
        </p15:guide>
        <p15:guide id="14" pos="3760" userDrawn="1">
          <p15:clr>
            <a:srgbClr val="A4A4A4"/>
          </p15:clr>
        </p15:guide>
        <p15:guide id="15" pos="3919" userDrawn="1">
          <p15:clr>
            <a:srgbClr val="A4A4A4"/>
          </p15:clr>
        </p15:guide>
        <p15:guide id="16" pos="4361" userDrawn="1">
          <p15:clr>
            <a:srgbClr val="A4A4A4"/>
          </p15:clr>
        </p15:guide>
        <p15:guide id="17" pos="4519" userDrawn="1">
          <p15:clr>
            <a:srgbClr val="A4A4A4"/>
          </p15:clr>
        </p15:guide>
        <p15:guide id="18" pos="4961" userDrawn="1">
          <p15:clr>
            <a:srgbClr val="A4A4A4"/>
          </p15:clr>
        </p15:guide>
        <p15:guide id="19" pos="5120" userDrawn="1">
          <p15:clr>
            <a:srgbClr val="A4A4A4"/>
          </p15:clr>
        </p15:guide>
        <p15:guide id="20" pos="5562" userDrawn="1">
          <p15:clr>
            <a:srgbClr val="A4A4A4"/>
          </p15:clr>
        </p15:guide>
        <p15:guide id="21" pos="5720" userDrawn="1">
          <p15:clr>
            <a:srgbClr val="A4A4A4"/>
          </p15:clr>
        </p15:guide>
        <p15:guide id="22" pos="6161" userDrawn="1">
          <p15:clr>
            <a:srgbClr val="A4A4A4"/>
          </p15:clr>
        </p15:guide>
        <p15:guide id="23" pos="6320" userDrawn="1">
          <p15:clr>
            <a:srgbClr val="A4A4A4"/>
          </p15:clr>
        </p15:guide>
        <p15:guide id="24" pos="6762" userDrawn="1">
          <p15:clr>
            <a:srgbClr val="A4A4A4"/>
          </p15:clr>
        </p15:guide>
        <p15:guide id="25" pos="6920" userDrawn="1">
          <p15:clr>
            <a:srgbClr val="A4A4A4"/>
          </p15:clr>
        </p15:guide>
        <p15:guide id="26" pos="7362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assification">
            <a:extLst>
              <a:ext uri="{FF2B5EF4-FFF2-40B4-BE49-F238E27FC236}">
                <a16:creationId xmlns:a16="http://schemas.microsoft.com/office/drawing/2014/main" id="{C73B709D-7046-4974-B930-C2FF8448A36D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7200" y="650404"/>
            <a:ext cx="3581400" cy="4475154"/>
          </a:xfrm>
          <a:prstGeom prst="rect">
            <a:avLst/>
          </a:prstGeom>
        </p:spPr>
      </p:pic>
      <p:sp>
        <p:nvSpPr>
          <p:cNvPr id="3" name="event">
            <a:extLst>
              <a:ext uri="{FF2B5EF4-FFF2-40B4-BE49-F238E27FC236}">
                <a16:creationId xmlns:a16="http://schemas.microsoft.com/office/drawing/2014/main" id="{73A6DE4D-DC8D-4451-8893-964BE2BBCE3C}"/>
              </a:ext>
            </a:extLst>
          </p:cNvPr>
          <p:cNvSpPr>
            <a:spLocks noGrp="1"/>
          </p:cNvSpPr>
          <p:nvPr/>
        </p:nvSpPr>
        <p:spPr>
          <a:xfrm>
            <a:off x="548640" y="441960"/>
            <a:ext cx="73152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1620" b="1" err="1">
                <a:solidFill>
                  <a:srgbClr val="087CBF"/>
                </a:solidFill>
                <a:latin typeface="Aptos"/>
                <a:ea typeface="Aptos"/>
                <a:cs typeface="Aptos"/>
              </a:rPr>
              <a:t>AGNTCon</a:t>
            </a:r>
            <a:r>
              <a:rPr lang="en-GB" sz="162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GB" sz="1620" b="1" err="1">
                <a:solidFill>
                  <a:srgbClr val="087CBF"/>
                </a:solidFill>
                <a:latin typeface="Aptos"/>
                <a:ea typeface="Aptos"/>
                <a:cs typeface="Aptos"/>
              </a:rPr>
              <a:t>MCPCon</a:t>
            </a:r>
            <a:r>
              <a:rPr lang="en-GB" sz="162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 Europe 2026</a:t>
            </a:r>
          </a:p>
        </p:txBody>
      </p:sp>
      <p:sp>
        <p:nvSpPr>
          <p:cNvPr id="4" name="title-a">
            <a:extLst>
              <a:ext uri="{FF2B5EF4-FFF2-40B4-BE49-F238E27FC236}">
                <a16:creationId xmlns:a16="http://schemas.microsoft.com/office/drawing/2014/main" id="{8D189701-E744-431B-9793-1EDD41141931}"/>
              </a:ext>
            </a:extLst>
          </p:cNvPr>
          <p:cNvSpPr>
            <a:spLocks noGrp="1"/>
          </p:cNvSpPr>
          <p:nvPr/>
        </p:nvSpPr>
        <p:spPr>
          <a:xfrm>
            <a:off x="548640" y="1341120"/>
            <a:ext cx="77724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1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492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From API Catalogs</a:t>
            </a:r>
          </a:p>
        </p:txBody>
      </p:sp>
      <p:sp>
        <p:nvSpPr>
          <p:cNvPr id="5" name="title-b">
            <a:extLst>
              <a:ext uri="{FF2B5EF4-FFF2-40B4-BE49-F238E27FC236}">
                <a16:creationId xmlns:a16="http://schemas.microsoft.com/office/drawing/2014/main" id="{74B922A6-D446-44EA-9E45-CB86E7675ACB}"/>
              </a:ext>
            </a:extLst>
          </p:cNvPr>
          <p:cNvSpPr>
            <a:spLocks noGrp="1"/>
          </p:cNvSpPr>
          <p:nvPr/>
        </p:nvSpPr>
        <p:spPr>
          <a:xfrm>
            <a:off x="548640" y="2133600"/>
            <a:ext cx="77724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15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492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to Agent Catalogs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9EE86609-5326-417A-94B2-75FEBBAB5BBF}"/>
              </a:ext>
            </a:extLst>
          </p:cNvPr>
          <p:cNvSpPr>
            <a:spLocks noGrp="1"/>
          </p:cNvSpPr>
          <p:nvPr/>
        </p:nvSpPr>
        <p:spPr>
          <a:xfrm>
            <a:off x="548640" y="3185160"/>
            <a:ext cx="73152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2160">
                <a:solidFill>
                  <a:srgbClr val="536B7E"/>
                </a:solidFill>
                <a:latin typeface="Aptos"/>
                <a:ea typeface="Aptos"/>
                <a:cs typeface="Aptos"/>
              </a:rPr>
              <a:t>Solving MCP Server Discovery with Open Resource Discovery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8640" y="4613058"/>
            <a:ext cx="853440" cy="86276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945380" y="4613058"/>
            <a:ext cx="853440" cy="862767"/>
          </a:xfrm>
          <a:prstGeom prst="rect">
            <a:avLst/>
          </a:prstGeom>
        </p:spPr>
      </p:pic>
      <p:sp>
        <p:nvSpPr>
          <p:cNvPr id="9" name="name1">
            <a:extLst>
              <a:ext uri="{FF2B5EF4-FFF2-40B4-BE49-F238E27FC236}">
                <a16:creationId xmlns:a16="http://schemas.microsoft.com/office/drawing/2014/main" id="{87561C7C-315F-4914-A0A6-68B3FCA3BD51}"/>
              </a:ext>
            </a:extLst>
          </p:cNvPr>
          <p:cNvSpPr>
            <a:spLocks noGrp="1"/>
          </p:cNvSpPr>
          <p:nvPr/>
        </p:nvSpPr>
        <p:spPr>
          <a:xfrm>
            <a:off x="1592580" y="4716780"/>
            <a:ext cx="3238500" cy="3352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6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Vyshnavi Gadamsetti</a:t>
            </a:r>
          </a:p>
        </p:txBody>
      </p:sp>
      <p:sp>
        <p:nvSpPr>
          <p:cNvPr id="10" name="role1">
            <a:extLst>
              <a:ext uri="{FF2B5EF4-FFF2-40B4-BE49-F238E27FC236}">
                <a16:creationId xmlns:a16="http://schemas.microsoft.com/office/drawing/2014/main" id="{806EE100-A040-4385-90ED-3275510567FB}"/>
              </a:ext>
            </a:extLst>
          </p:cNvPr>
          <p:cNvSpPr>
            <a:spLocks noGrp="1"/>
          </p:cNvSpPr>
          <p:nvPr/>
        </p:nvSpPr>
        <p:spPr>
          <a:xfrm>
            <a:off x="1592580" y="5074920"/>
            <a:ext cx="3276600" cy="3352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500">
                <a:solidFill>
                  <a:srgbClr val="536B7E"/>
                </a:solidFill>
                <a:latin typeface="Aptos"/>
                <a:ea typeface="Aptos"/>
                <a:cs typeface="Aptos"/>
              </a:rPr>
              <a:t>Software Architect, SAP SE</a:t>
            </a:r>
          </a:p>
        </p:txBody>
      </p:sp>
      <p:sp>
        <p:nvSpPr>
          <p:cNvPr id="11" name="name2">
            <a:extLst>
              <a:ext uri="{FF2B5EF4-FFF2-40B4-BE49-F238E27FC236}">
                <a16:creationId xmlns:a16="http://schemas.microsoft.com/office/drawing/2014/main" id="{541D2562-D773-47FF-B81D-331130A5A5A5}"/>
              </a:ext>
            </a:extLst>
          </p:cNvPr>
          <p:cNvSpPr>
            <a:spLocks noGrp="1"/>
          </p:cNvSpPr>
          <p:nvPr/>
        </p:nvSpPr>
        <p:spPr>
          <a:xfrm>
            <a:off x="5989320" y="4716780"/>
            <a:ext cx="3657600" cy="3352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6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Sebastian Wennemers</a:t>
            </a:r>
          </a:p>
        </p:txBody>
      </p:sp>
      <p:sp>
        <p:nvSpPr>
          <p:cNvPr id="12" name="role2">
            <a:extLst>
              <a:ext uri="{FF2B5EF4-FFF2-40B4-BE49-F238E27FC236}">
                <a16:creationId xmlns:a16="http://schemas.microsoft.com/office/drawing/2014/main" id="{6DE17479-7CFE-42F4-A010-585890B14A67}"/>
              </a:ext>
            </a:extLst>
          </p:cNvPr>
          <p:cNvSpPr>
            <a:spLocks noGrp="1"/>
          </p:cNvSpPr>
          <p:nvPr/>
        </p:nvSpPr>
        <p:spPr>
          <a:xfrm>
            <a:off x="5989320" y="5074920"/>
            <a:ext cx="3276600" cy="3352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500">
                <a:solidFill>
                  <a:srgbClr val="536B7E"/>
                </a:solidFill>
                <a:latin typeface="Aptos"/>
                <a:ea typeface="Aptos"/>
                <a:cs typeface="Aptos"/>
              </a:rPr>
              <a:t>Chief Architect, SAP SE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48640" y="5863413"/>
            <a:ext cx="4922520" cy="449937"/>
          </a:xfrm>
          <a:prstGeom prst="rect">
            <a:avLst/>
          </a:prstGeom>
        </p:spPr>
      </p:pic>
      <p:sp>
        <p:nvSpPr>
          <p:cNvPr id="14" name="date">
            <a:extLst>
              <a:ext uri="{FF2B5EF4-FFF2-40B4-BE49-F238E27FC236}">
                <a16:creationId xmlns:a16="http://schemas.microsoft.com/office/drawing/2014/main" id="{61C61385-E6CA-435A-8B0F-CDC44D406F31}"/>
              </a:ext>
            </a:extLst>
          </p:cNvPr>
          <p:cNvSpPr>
            <a:spLocks noGrp="1"/>
          </p:cNvSpPr>
          <p:nvPr/>
        </p:nvSpPr>
        <p:spPr>
          <a:xfrm>
            <a:off x="8534400" y="5836920"/>
            <a:ext cx="31242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440">
                <a:solidFill>
                  <a:srgbClr val="536B7E"/>
                </a:solidFill>
                <a:latin typeface="Aptos"/>
                <a:ea typeface="Aptos"/>
                <a:cs typeface="Aptos"/>
              </a:rPr>
              <a:t>17–18 September 2026</a:t>
            </a:r>
          </a:p>
        </p:txBody>
      </p:sp>
      <p:sp>
        <p:nvSpPr>
          <p:cNvPr id="15" name="place">
            <a:extLst>
              <a:ext uri="{FF2B5EF4-FFF2-40B4-BE49-F238E27FC236}">
                <a16:creationId xmlns:a16="http://schemas.microsoft.com/office/drawing/2014/main" id="{37851412-B444-40AC-813F-388AC4F9D490}"/>
              </a:ext>
            </a:extLst>
          </p:cNvPr>
          <p:cNvSpPr>
            <a:spLocks noGrp="1"/>
          </p:cNvSpPr>
          <p:nvPr/>
        </p:nvSpPr>
        <p:spPr>
          <a:xfrm>
            <a:off x="8534400" y="6134100"/>
            <a:ext cx="31242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440">
                <a:solidFill>
                  <a:srgbClr val="536B7E"/>
                </a:solidFill>
                <a:latin typeface="Aptos"/>
                <a:ea typeface="Aptos"/>
                <a:cs typeface="Aptos"/>
              </a:rPr>
              <a:t>Amsterdam, Netherlands</a:t>
            </a:r>
          </a:p>
        </p:txBody>
      </p:sp>
    </p:spTree>
    <p:extLst>
      <p:ext uri="{BB962C8B-B14F-4D97-AF65-F5344CB8AC3E}">
        <p14:creationId xmlns:p14="http://schemas.microsoft.com/office/powerpoint/2010/main" val="182285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7F330-6F99-4F3C-A437-71CC715C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78" y="121920"/>
            <a:ext cx="11238204" cy="6324851"/>
          </a:xfrm>
          <a:prstGeom prst="rect">
            <a:avLst/>
          </a:prstGeom>
        </p:spPr>
      </p:pic>
      <p:sp>
        <p:nvSpPr>
          <p:cNvPr id="4" name="classification">
            <a:extLst>
              <a:ext uri="{FF2B5EF4-FFF2-40B4-BE49-F238E27FC236}">
                <a16:creationId xmlns:a16="http://schemas.microsoft.com/office/drawing/2014/main" id="{91D5445B-2842-53F4-6950-61064715AD4E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14" name="prompt">
            <a:extLst>
              <a:ext uri="{FF2B5EF4-FFF2-40B4-BE49-F238E27FC236}">
                <a16:creationId xmlns:a16="http://schemas.microsoft.com/office/drawing/2014/main" id="{D7F89DF4-E432-CB2C-3F69-49A338E48F4F}"/>
              </a:ext>
            </a:extLst>
          </p:cNvPr>
          <p:cNvSpPr>
            <a:spLocks noGrp="1"/>
          </p:cNvSpPr>
          <p:nvPr/>
        </p:nvSpPr>
        <p:spPr>
          <a:xfrm>
            <a:off x="2408871" y="5310945"/>
            <a:ext cx="7195819" cy="13913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7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MITRA, </a:t>
            </a:r>
          </a:p>
          <a:p>
            <a:pPr>
              <a:defRPr sz="27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7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help us assess the damage and get home.</a:t>
            </a:r>
          </a:p>
        </p:txBody>
      </p:sp>
    </p:spTree>
    <p:extLst>
      <p:ext uri="{BB962C8B-B14F-4D97-AF65-F5344CB8AC3E}">
        <p14:creationId xmlns:p14="http://schemas.microsoft.com/office/powerpoint/2010/main" val="74114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0EE37E-46C7-EC4C-000D-4A75888F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69" y="504000"/>
            <a:ext cx="11183564" cy="553998"/>
          </a:xfrm>
        </p:spPr>
        <p:txBody>
          <a:bodyPr/>
          <a:lstStyle/>
          <a:p>
            <a:r>
              <a:rPr lang="en-GB" sz="3600" b="1">
                <a:solidFill>
                  <a:srgbClr val="002060"/>
                </a:solidFill>
                <a:latin typeface="Aptos"/>
              </a:rPr>
              <a:t>Stage 1 </a:t>
            </a:r>
            <a:endParaRPr lang="en-DE" sz="3600" b="1">
              <a:solidFill>
                <a:srgbClr val="002060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7595BB-381C-47D5-5625-96BE366E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8592" cy="5138928"/>
          </a:xfrm>
          <a:prstGeom prst="rect">
            <a:avLst/>
          </a:prstGeom>
        </p:spPr>
      </p:pic>
      <p:sp>
        <p:nvSpPr>
          <p:cNvPr id="11" name="classification">
            <a:extLst>
              <a:ext uri="{FF2B5EF4-FFF2-40B4-BE49-F238E27FC236}">
                <a16:creationId xmlns:a16="http://schemas.microsoft.com/office/drawing/2014/main" id="{5997C842-6397-550E-8A95-AF38A545C8CE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1051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1FD52F-1148-9F30-0084-67B63B5D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69" y="504000"/>
            <a:ext cx="11183564" cy="553998"/>
          </a:xfrm>
        </p:spPr>
        <p:txBody>
          <a:bodyPr/>
          <a:lstStyle/>
          <a:p>
            <a:r>
              <a:rPr lang="en-GB" sz="3600" b="1">
                <a:solidFill>
                  <a:srgbClr val="002060"/>
                </a:solidFill>
                <a:latin typeface="Aptos"/>
              </a:rPr>
              <a:t>Stage</a:t>
            </a:r>
            <a:r>
              <a:rPr lang="en-GB"/>
              <a:t> </a:t>
            </a:r>
            <a:r>
              <a:rPr lang="en-GB" sz="3600" b="1">
                <a:solidFill>
                  <a:srgbClr val="002060"/>
                </a:solidFill>
                <a:latin typeface="Aptos"/>
              </a:rPr>
              <a:t>2 </a:t>
            </a:r>
            <a:endParaRPr lang="en-DE" sz="3600" b="1">
              <a:solidFill>
                <a:srgbClr val="002060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D0C252-A392-1410-FF0C-C938C7D7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6144"/>
            <a:ext cx="12179926" cy="5143764"/>
          </a:xfrm>
          <a:prstGeom prst="rect">
            <a:avLst/>
          </a:prstGeom>
        </p:spPr>
      </p:pic>
      <p:sp>
        <p:nvSpPr>
          <p:cNvPr id="9" name="classification">
            <a:extLst>
              <a:ext uri="{FF2B5EF4-FFF2-40B4-BE49-F238E27FC236}">
                <a16:creationId xmlns:a16="http://schemas.microsoft.com/office/drawing/2014/main" id="{E3A8F206-2649-E06D-E9A0-4B6796B74088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4454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993F3DB-0690-073B-298C-B5AE7B5E61E7}"/>
              </a:ext>
            </a:extLst>
          </p:cNvPr>
          <p:cNvGrpSpPr/>
          <p:nvPr/>
        </p:nvGrpSpPr>
        <p:grpSpPr>
          <a:xfrm>
            <a:off x="1359543" y="1463064"/>
            <a:ext cx="8841231" cy="4975836"/>
            <a:chOff x="1361129" y="1463064"/>
            <a:chExt cx="8841231" cy="497583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361129" y="1463064"/>
              <a:ext cx="8841231" cy="497583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C948D7-6051-B72B-1839-ED877F8B9FE7}"/>
                </a:ext>
              </a:extLst>
            </p:cNvPr>
            <p:cNvSpPr/>
            <p:nvPr/>
          </p:nvSpPr>
          <p:spPr bwMode="gray">
            <a:xfrm>
              <a:off x="1361129" y="1623060"/>
              <a:ext cx="251286" cy="694351"/>
            </a:xfrm>
            <a:prstGeom prst="rect">
              <a:avLst/>
            </a:prstGeom>
            <a:solidFill>
              <a:srgbClr val="FFFFFF"/>
            </a:solidFill>
            <a:ln w="28575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algn="ctr" defTabSz="914400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en-DE" sz="1400" kern="0" err="1"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77C49C17-4855-45C6-93F6-97F6732606D6}"/>
              </a:ext>
            </a:extLst>
          </p:cNvPr>
          <p:cNvSpPr>
            <a:spLocks noGrp="1"/>
          </p:cNvSpPr>
          <p:nvPr/>
        </p:nvSpPr>
        <p:spPr>
          <a:xfrm>
            <a:off x="548640" y="553382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6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What Is Open Resource Discovery?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854708-A71B-4A74-AD84-A8163005FAEA}"/>
              </a:ext>
            </a:extLst>
          </p:cNvPr>
          <p:cNvSpPr>
            <a:spLocks noGrp="1"/>
          </p:cNvSpPr>
          <p:nvPr/>
        </p:nvSpPr>
        <p:spPr>
          <a:xfrm>
            <a:off x="548640" y="1300142"/>
            <a:ext cx="11190391" cy="6857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860">
                <a:solidFill>
                  <a:srgbClr val="536B7E"/>
                </a:solidFill>
                <a:latin typeface="Aptos"/>
              </a:rPr>
              <a:t>Open Source </a:t>
            </a:r>
            <a:r>
              <a:rPr lang="en-DE" sz="1860">
                <a:solidFill>
                  <a:srgbClr val="536B7E"/>
                </a:solidFill>
                <a:latin typeface="Aptos"/>
              </a:rPr>
              <a:t>Protocol For Applications </a:t>
            </a:r>
            <a:r>
              <a:rPr lang="en-GB" sz="1860">
                <a:solidFill>
                  <a:srgbClr val="536B7E"/>
                </a:solidFill>
                <a:latin typeface="Aptos"/>
              </a:rPr>
              <a:t>&amp;</a:t>
            </a:r>
            <a:r>
              <a:rPr lang="en-DE" sz="1860">
                <a:solidFill>
                  <a:srgbClr val="536B7E"/>
                </a:solidFill>
                <a:latin typeface="Aptos"/>
              </a:rPr>
              <a:t> Services To Describe Their Resources </a:t>
            </a:r>
            <a:r>
              <a:rPr lang="en-GB" sz="1860">
                <a:solidFill>
                  <a:srgbClr val="536B7E"/>
                </a:solidFill>
                <a:latin typeface="Aptos"/>
              </a:rPr>
              <a:t>&amp;</a:t>
            </a:r>
            <a:r>
              <a:rPr lang="en-DE" sz="1860">
                <a:solidFill>
                  <a:srgbClr val="536B7E"/>
                </a:solidFill>
                <a:latin typeface="Aptos"/>
              </a:rPr>
              <a:t> Capabilities For Discovery</a:t>
            </a:r>
            <a:endParaRPr lang="en-GB" sz="1860">
              <a:solidFill>
                <a:srgbClr val="536B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D1BFFFE6-C606-4928-B629-643129050524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42278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2B02-28C6-1F72-3BC2-4AE19159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A7A392-C8FA-2F09-4E6F-33198A97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69" y="504000"/>
            <a:ext cx="11183564" cy="553998"/>
          </a:xfrm>
        </p:spPr>
        <p:txBody>
          <a:bodyPr/>
          <a:lstStyle/>
          <a:p>
            <a:r>
              <a:rPr lang="en-GB" sz="3600" b="1">
                <a:solidFill>
                  <a:srgbClr val="002060"/>
                </a:solidFill>
                <a:latin typeface="Aptos"/>
              </a:rPr>
              <a:t>Stage 3</a:t>
            </a:r>
            <a:endParaRPr lang="en-DE" sz="3600" b="1">
              <a:solidFill>
                <a:srgbClr val="002060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1434AD-FE75-2034-C344-C561C8F5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494"/>
            <a:ext cx="12179926" cy="5131064"/>
          </a:xfrm>
          <a:prstGeom prst="rect">
            <a:avLst/>
          </a:prstGeom>
        </p:spPr>
      </p:pic>
      <p:sp>
        <p:nvSpPr>
          <p:cNvPr id="9" name="classification">
            <a:extLst>
              <a:ext uri="{FF2B5EF4-FFF2-40B4-BE49-F238E27FC236}">
                <a16:creationId xmlns:a16="http://schemas.microsoft.com/office/drawing/2014/main" id="{146962AF-1486-90B0-30F8-BF12DA8C8F3B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039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ABF7829-05FE-4955-AAA6-7C8FC2C35D59}"/>
              </a:ext>
            </a:extLst>
          </p:cNvPr>
          <p:cNvSpPr>
            <a:spLocks noGrp="1"/>
          </p:cNvSpPr>
          <p:nvPr/>
        </p:nvSpPr>
        <p:spPr>
          <a:xfrm>
            <a:off x="563880" y="563880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6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MCP Server Card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AD39BF0-A081-4442-8162-353C12587CE9}"/>
              </a:ext>
            </a:extLst>
          </p:cNvPr>
          <p:cNvSpPr>
            <a:spLocks noGrp="1"/>
          </p:cNvSpPr>
          <p:nvPr/>
        </p:nvSpPr>
        <p:spPr>
          <a:xfrm>
            <a:off x="579120" y="131064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860">
                <a:solidFill>
                  <a:srgbClr val="536B7E"/>
                </a:solidFill>
                <a:latin typeface="Aptos"/>
                <a:ea typeface="Aptos"/>
                <a:cs typeface="Aptos"/>
              </a:rPr>
              <a:t>Describe a server before connecting</a:t>
            </a: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AC500474-ED37-430B-892D-3BE53AC819C8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3880" y="1828800"/>
            <a:ext cx="4400550" cy="2933700"/>
          </a:xfrm>
          <a:prstGeom prst="rect">
            <a:avLst/>
          </a:prstGeom>
        </p:spPr>
      </p:pic>
      <p:sp>
        <p:nvSpPr>
          <p:cNvPr id="6" name="console-name">
            <a:extLst>
              <a:ext uri="{FF2B5EF4-FFF2-40B4-BE49-F238E27FC236}">
                <a16:creationId xmlns:a16="http://schemas.microsoft.com/office/drawing/2014/main" id="{DA738D02-6A10-4AB1-9E05-3E7B4D5318C0}"/>
              </a:ext>
            </a:extLst>
          </p:cNvPr>
          <p:cNvSpPr>
            <a:spLocks noGrp="1"/>
          </p:cNvSpPr>
          <p:nvPr/>
        </p:nvSpPr>
        <p:spPr>
          <a:xfrm>
            <a:off x="548640" y="4907280"/>
            <a:ext cx="4419600" cy="350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4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latin typeface="Aptos"/>
                <a:ea typeface="Aptos"/>
                <a:cs typeface="Aptos"/>
              </a:rPr>
              <a:t>Communications</a:t>
            </a:r>
            <a:r>
              <a:rPr lang="en-GB" sz="1920" b="1">
                <a:latin typeface="Aptos"/>
                <a:ea typeface="Aptos"/>
                <a:cs typeface="Aptos"/>
              </a:rPr>
              <a:t> Relay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2296438218"/>
              </p:ext>
            </p:extLst>
          </p:nvPr>
        </p:nvGraphicFramePr>
        <p:xfrm>
          <a:off x="5524500" y="1828800"/>
          <a:ext cx="6096000" cy="20574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en-GB" sz="1800" b="1" noProof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Server Card</a:t>
                      </a:r>
                    </a:p>
                  </a:txBody>
                  <a:tcPr marL="121920" marR="121920" marT="76200" marB="76200" anchor="ctr">
                    <a:solidFill>
                      <a:srgbClr val="087C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1" noProof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Communications Relay</a:t>
                      </a:r>
                    </a:p>
                  </a:txBody>
                  <a:tcPr marL="121920" marR="121920" marT="76200" marB="76200" anchor="ctr">
                    <a:solidFill>
                      <a:srgbClr val="087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en-GB" sz="1800" b="1" noProof="0">
                          <a:solidFill>
                            <a:srgbClr val="087CBF"/>
                          </a:solidFill>
                          <a:latin typeface="Aptos"/>
                          <a:ea typeface="Aptos"/>
                          <a:cs typeface="Aptos"/>
                        </a:rPr>
                        <a:t>Identity</a:t>
                      </a:r>
                    </a:p>
                  </a:txBody>
                  <a:tcPr marL="121920" marR="121920" marT="76200" marB="76200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noProof="0">
                          <a:solidFill>
                            <a:srgbClr val="102C45"/>
                          </a:solidFill>
                          <a:latin typeface="Aptos"/>
                          <a:ea typeface="Aptos"/>
                          <a:cs typeface="Aptos"/>
                        </a:rPr>
                        <a:t>Name and description</a:t>
                      </a:r>
                    </a:p>
                  </a:txBody>
                  <a:tcPr marL="121920" marR="121920" marT="76200" marB="76200"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en-GB" sz="1800" b="1" noProof="0">
                          <a:solidFill>
                            <a:srgbClr val="087CBF"/>
                          </a:solidFill>
                          <a:latin typeface="Aptos"/>
                          <a:ea typeface="Aptos"/>
                          <a:cs typeface="Aptos"/>
                        </a:rPr>
                        <a:t>Connection</a:t>
                      </a:r>
                    </a:p>
                  </a:txBody>
                  <a:tcPr marL="121920" marR="12192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noProof="0">
                          <a:solidFill>
                            <a:srgbClr val="102C45"/>
                          </a:solidFill>
                          <a:latin typeface="Aptos"/>
                          <a:ea typeface="Aptos"/>
                          <a:cs typeface="Aptos"/>
                        </a:rPr>
                        <a:t>MCP endpoint and transport</a:t>
                      </a:r>
                    </a:p>
                  </a:txBody>
                  <a:tcPr marL="121920" marR="12192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lang="en-GB" sz="1800" b="1" noProof="0">
                          <a:solidFill>
                            <a:srgbClr val="087CBF"/>
                          </a:solidFill>
                          <a:latin typeface="Aptos"/>
                          <a:ea typeface="Aptos"/>
                          <a:cs typeface="Aptos"/>
                        </a:rPr>
                        <a:t>Capabilities</a:t>
                      </a:r>
                    </a:p>
                  </a:txBody>
                  <a:tcPr marL="121920" marR="121920" marT="76200" marB="76200"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noProof="0">
                          <a:solidFill>
                            <a:srgbClr val="102C45"/>
                          </a:solidFill>
                          <a:latin typeface="Aptos"/>
                          <a:ea typeface="Aptos"/>
                          <a:cs typeface="Aptos"/>
                        </a:rPr>
                        <a:t>Supported server features</a:t>
                      </a:r>
                    </a:p>
                  </a:txBody>
                  <a:tcPr marL="121920" marR="121920" marT="76200" marB="76200"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ptional">
            <a:extLst>
              <a:ext uri="{FF2B5EF4-FFF2-40B4-BE49-F238E27FC236}">
                <a16:creationId xmlns:a16="http://schemas.microsoft.com/office/drawing/2014/main" id="{17846776-DD5E-46C3-96C6-04BBD579FBD8}"/>
              </a:ext>
            </a:extLst>
          </p:cNvPr>
          <p:cNvSpPr>
            <a:spLocks noGrp="1"/>
          </p:cNvSpPr>
          <p:nvPr/>
        </p:nvSpPr>
        <p:spPr>
          <a:xfrm>
            <a:off x="5524500" y="4175760"/>
            <a:ext cx="609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Optional Tool Metadata</a:t>
            </a:r>
          </a:p>
        </p:txBody>
      </p:sp>
      <p:sp>
        <p:nvSpPr>
          <p:cNvPr id="9" name="tools">
            <a:extLst>
              <a:ext uri="{FF2B5EF4-FFF2-40B4-BE49-F238E27FC236}">
                <a16:creationId xmlns:a16="http://schemas.microsoft.com/office/drawing/2014/main" id="{1E43B824-C810-47CD-B1CD-08B263BA0332}"/>
              </a:ext>
            </a:extLst>
          </p:cNvPr>
          <p:cNvSpPr>
            <a:spLocks noGrp="1"/>
          </p:cNvSpPr>
          <p:nvPr/>
        </p:nvSpPr>
        <p:spPr>
          <a:xfrm>
            <a:off x="5524500" y="4572000"/>
            <a:ext cx="609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2250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>
                <a:solidFill>
                  <a:srgbClr val="102C45"/>
                </a:solidFill>
                <a:latin typeface="Aptos"/>
                <a:ea typeface="Aptos"/>
                <a:cs typeface="Aptos"/>
              </a:rPr>
              <a:t>Check communications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2250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>
                <a:solidFill>
                  <a:srgbClr val="102C45"/>
                </a:solidFill>
                <a:latin typeface="Aptos"/>
                <a:ea typeface="Aptos"/>
                <a:cs typeface="Aptos"/>
              </a:rPr>
              <a:t>Send a distress signal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5BCF3365-6BD7-479A-8FBD-DE88F8BAC4FE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490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62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The Server Card Describes And MCP Connects</a:t>
            </a:r>
          </a:p>
        </p:txBody>
      </p:sp>
    </p:spTree>
    <p:extLst>
      <p:ext uri="{BB962C8B-B14F-4D97-AF65-F5344CB8AC3E}">
        <p14:creationId xmlns:p14="http://schemas.microsoft.com/office/powerpoint/2010/main" val="36509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7E938-5BCF-6E4A-FCE8-61FDC6C7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D4CC8D-64EA-C737-5964-0FCBA6F0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69" y="504000"/>
            <a:ext cx="11183564" cy="553998"/>
          </a:xfrm>
        </p:spPr>
        <p:txBody>
          <a:bodyPr/>
          <a:lstStyle/>
          <a:p>
            <a:r>
              <a:rPr lang="en-GB" sz="3600" b="1">
                <a:solidFill>
                  <a:srgbClr val="002060"/>
                </a:solidFill>
                <a:latin typeface="Aptos"/>
              </a:rPr>
              <a:t>Stage 4</a:t>
            </a:r>
            <a:endParaRPr lang="en-DE" sz="3600" b="1">
              <a:solidFill>
                <a:srgbClr val="002060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9C66EE-3566-74CD-8766-6E16C5C4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" y="1122968"/>
            <a:ext cx="12179926" cy="5150115"/>
          </a:xfrm>
          <a:prstGeom prst="rect">
            <a:avLst/>
          </a:prstGeom>
        </p:spPr>
      </p:pic>
      <p:sp>
        <p:nvSpPr>
          <p:cNvPr id="11" name="classification">
            <a:extLst>
              <a:ext uri="{FF2B5EF4-FFF2-40B4-BE49-F238E27FC236}">
                <a16:creationId xmlns:a16="http://schemas.microsoft.com/office/drawing/2014/main" id="{D1ECEC72-A928-1800-DB05-5AFAEBC329BE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1874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>
            <a:extLst>
              <a:ext uri="{FF2B5EF4-FFF2-40B4-BE49-F238E27FC236}">
                <a16:creationId xmlns:a16="http://schemas.microsoft.com/office/drawing/2014/main" id="{15C93D08-BE5F-4A2E-A651-0C3DEFAC04D4}"/>
              </a:ext>
            </a:extLst>
          </p:cNvPr>
          <p:cNvSpPr>
            <a:spLocks noGrp="1"/>
          </p:cNvSpPr>
          <p:nvPr/>
        </p:nvSpPr>
        <p:spPr>
          <a:xfrm>
            <a:off x="548640" y="536028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6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How The Pieces Fit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718EE74-548A-48EB-940E-DCD57C5656DE}"/>
              </a:ext>
            </a:extLst>
          </p:cNvPr>
          <p:cNvSpPr>
            <a:spLocks noGrp="1"/>
          </p:cNvSpPr>
          <p:nvPr/>
        </p:nvSpPr>
        <p:spPr>
          <a:xfrm>
            <a:off x="563880" y="1282788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860">
                <a:latin typeface="Aptos"/>
                <a:ea typeface="Aptos"/>
                <a:cs typeface="Aptos"/>
              </a:rPr>
              <a:t>From a user goal to a tool call</a:t>
            </a: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57DE5996-F1B9-4694-9D2A-54EFEEB105F6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5" name="verb0">
            <a:extLst>
              <a:ext uri="{FF2B5EF4-FFF2-40B4-BE49-F238E27FC236}">
                <a16:creationId xmlns:a16="http://schemas.microsoft.com/office/drawing/2014/main" id="{CBF68BD8-FC58-45FE-B4F4-30DF10004110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200400" cy="426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6" name="stage0">
            <a:extLst>
              <a:ext uri="{FF2B5EF4-FFF2-40B4-BE49-F238E27FC236}">
                <a16:creationId xmlns:a16="http://schemas.microsoft.com/office/drawing/2014/main" id="{7C97AF0E-D3BF-4448-B7EB-CF004FBB69BB}"/>
              </a:ext>
            </a:extLst>
          </p:cNvPr>
          <p:cNvSpPr>
            <a:spLocks noGrp="1"/>
          </p:cNvSpPr>
          <p:nvPr/>
        </p:nvSpPr>
        <p:spPr>
          <a:xfrm>
            <a:off x="563880" y="2506980"/>
            <a:ext cx="3200400" cy="1760220"/>
          </a:xfrm>
          <a:prstGeom prst="rect">
            <a:avLst/>
          </a:prstGeom>
          <a:solidFill>
            <a:srgbClr val="087CBF"/>
          </a:solidFill>
          <a:ln w="1905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7" name="node0">
            <a:extLst>
              <a:ext uri="{FF2B5EF4-FFF2-40B4-BE49-F238E27FC236}">
                <a16:creationId xmlns:a16="http://schemas.microsoft.com/office/drawing/2014/main" id="{6F15BFAB-1241-49E6-A606-E170C32060A0}"/>
              </a:ext>
            </a:extLst>
          </p:cNvPr>
          <p:cNvSpPr>
            <a:spLocks noGrp="1"/>
          </p:cNvSpPr>
          <p:nvPr/>
        </p:nvSpPr>
        <p:spPr>
          <a:xfrm>
            <a:off x="739140" y="2697480"/>
            <a:ext cx="284988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ORD</a:t>
            </a:r>
          </a:p>
        </p:txBody>
      </p:sp>
      <p:sp>
        <p:nvSpPr>
          <p:cNvPr id="8" name="body0">
            <a:extLst>
              <a:ext uri="{FF2B5EF4-FFF2-40B4-BE49-F238E27FC236}">
                <a16:creationId xmlns:a16="http://schemas.microsoft.com/office/drawing/2014/main" id="{DBD12E7D-3859-4822-B3B2-8E324849202B}"/>
              </a:ext>
            </a:extLst>
          </p:cNvPr>
          <p:cNvSpPr>
            <a:spLocks noGrp="1"/>
          </p:cNvSpPr>
          <p:nvPr/>
        </p:nvSpPr>
        <p:spPr>
          <a:xfrm>
            <a:off x="739140" y="3284220"/>
            <a:ext cx="284988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Resource descriptions</a:t>
            </a:r>
          </a:p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and references</a:t>
            </a:r>
          </a:p>
        </p:txBody>
      </p:sp>
      <p:sp>
        <p:nvSpPr>
          <p:cNvPr id="9" name="detail0">
            <a:extLst>
              <a:ext uri="{FF2B5EF4-FFF2-40B4-BE49-F238E27FC236}">
                <a16:creationId xmlns:a16="http://schemas.microsoft.com/office/drawing/2014/main" id="{B92B0A78-8BC7-47B3-A972-A3FA55F8B587}"/>
              </a:ext>
            </a:extLst>
          </p:cNvPr>
          <p:cNvSpPr>
            <a:spLocks noGrp="1"/>
          </p:cNvSpPr>
          <p:nvPr/>
        </p:nvSpPr>
        <p:spPr>
          <a:xfrm>
            <a:off x="548640" y="4579620"/>
            <a:ext cx="320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7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740">
                <a:solidFill>
                  <a:srgbClr val="536B7E"/>
                </a:solidFill>
                <a:latin typeface="Aptos"/>
                <a:ea typeface="Aptos"/>
                <a:cs typeface="Aptos"/>
              </a:rPr>
              <a:t>Find a relevant MCP server</a:t>
            </a:r>
          </a:p>
        </p:txBody>
      </p:sp>
      <p:sp>
        <p:nvSpPr>
          <p:cNvPr id="10" name="verb1">
            <a:extLst>
              <a:ext uri="{FF2B5EF4-FFF2-40B4-BE49-F238E27FC236}">
                <a16:creationId xmlns:a16="http://schemas.microsoft.com/office/drawing/2014/main" id="{0B3EF50A-4F13-475E-8467-3B79EF69B642}"/>
              </a:ext>
            </a:extLst>
          </p:cNvPr>
          <p:cNvSpPr>
            <a:spLocks noGrp="1"/>
          </p:cNvSpPr>
          <p:nvPr/>
        </p:nvSpPr>
        <p:spPr>
          <a:xfrm>
            <a:off x="4495800" y="1920240"/>
            <a:ext cx="3200400" cy="426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1" name="stage1">
            <a:extLst>
              <a:ext uri="{FF2B5EF4-FFF2-40B4-BE49-F238E27FC236}">
                <a16:creationId xmlns:a16="http://schemas.microsoft.com/office/drawing/2014/main" id="{42414489-DDD1-4EF5-A7E3-DF7EC682CB0E}"/>
              </a:ext>
            </a:extLst>
          </p:cNvPr>
          <p:cNvSpPr>
            <a:spLocks noGrp="1"/>
          </p:cNvSpPr>
          <p:nvPr/>
        </p:nvSpPr>
        <p:spPr>
          <a:xfrm>
            <a:off x="4495800" y="2506980"/>
            <a:ext cx="3200400" cy="1760220"/>
          </a:xfrm>
          <a:prstGeom prst="rect">
            <a:avLst/>
          </a:prstGeom>
          <a:solidFill>
            <a:srgbClr val="087CBF"/>
          </a:solidFill>
          <a:ln w="1905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12" name="node1">
            <a:extLst>
              <a:ext uri="{FF2B5EF4-FFF2-40B4-BE49-F238E27FC236}">
                <a16:creationId xmlns:a16="http://schemas.microsoft.com/office/drawing/2014/main" id="{5BE3AAE8-9905-4A3C-B070-3054F2E31E29}"/>
              </a:ext>
            </a:extLst>
          </p:cNvPr>
          <p:cNvSpPr>
            <a:spLocks noGrp="1"/>
          </p:cNvSpPr>
          <p:nvPr/>
        </p:nvSpPr>
        <p:spPr>
          <a:xfrm>
            <a:off x="4686300" y="2697480"/>
            <a:ext cx="284988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Server Card</a:t>
            </a:r>
          </a:p>
        </p:txBody>
      </p:sp>
      <p:sp>
        <p:nvSpPr>
          <p:cNvPr id="13" name="body1">
            <a:extLst>
              <a:ext uri="{FF2B5EF4-FFF2-40B4-BE49-F238E27FC236}">
                <a16:creationId xmlns:a16="http://schemas.microsoft.com/office/drawing/2014/main" id="{556AD987-889E-47A8-A389-7AECB02B2294}"/>
              </a:ext>
            </a:extLst>
          </p:cNvPr>
          <p:cNvSpPr>
            <a:spLocks noGrp="1"/>
          </p:cNvSpPr>
          <p:nvPr/>
        </p:nvSpPr>
        <p:spPr>
          <a:xfrm>
            <a:off x="4686300" y="3284220"/>
            <a:ext cx="284988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Identity, connection details</a:t>
            </a:r>
          </a:p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and capability metadata</a:t>
            </a:r>
          </a:p>
        </p:txBody>
      </p:sp>
      <p:sp>
        <p:nvSpPr>
          <p:cNvPr id="14" name="detail1">
            <a:extLst>
              <a:ext uri="{FF2B5EF4-FFF2-40B4-BE49-F238E27FC236}">
                <a16:creationId xmlns:a16="http://schemas.microsoft.com/office/drawing/2014/main" id="{3FBF46FE-55E3-484A-9B31-09297B0CFDCE}"/>
              </a:ext>
            </a:extLst>
          </p:cNvPr>
          <p:cNvSpPr>
            <a:spLocks noGrp="1"/>
          </p:cNvSpPr>
          <p:nvPr/>
        </p:nvSpPr>
        <p:spPr>
          <a:xfrm>
            <a:off x="4495800" y="4579620"/>
            <a:ext cx="320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7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740">
                <a:solidFill>
                  <a:srgbClr val="536B7E"/>
                </a:solidFill>
                <a:latin typeface="Aptos"/>
                <a:ea typeface="Aptos"/>
                <a:cs typeface="Aptos"/>
              </a:rPr>
              <a:t>Understand what it offers</a:t>
            </a:r>
          </a:p>
        </p:txBody>
      </p:sp>
      <p:sp>
        <p:nvSpPr>
          <p:cNvPr id="15" name="verb2">
            <a:extLst>
              <a:ext uri="{FF2B5EF4-FFF2-40B4-BE49-F238E27FC236}">
                <a16:creationId xmlns:a16="http://schemas.microsoft.com/office/drawing/2014/main" id="{B7AE0777-6A02-468E-8A4D-F38BBFC3E9B2}"/>
              </a:ext>
            </a:extLst>
          </p:cNvPr>
          <p:cNvSpPr>
            <a:spLocks noGrp="1"/>
          </p:cNvSpPr>
          <p:nvPr/>
        </p:nvSpPr>
        <p:spPr>
          <a:xfrm>
            <a:off x="8442960" y="1920240"/>
            <a:ext cx="3200400" cy="426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6" name="stage2">
            <a:extLst>
              <a:ext uri="{FF2B5EF4-FFF2-40B4-BE49-F238E27FC236}">
                <a16:creationId xmlns:a16="http://schemas.microsoft.com/office/drawing/2014/main" id="{606D799F-D47A-492B-B4E5-8925956BBFC4}"/>
              </a:ext>
            </a:extLst>
          </p:cNvPr>
          <p:cNvSpPr>
            <a:spLocks noGrp="1"/>
          </p:cNvSpPr>
          <p:nvPr/>
        </p:nvSpPr>
        <p:spPr>
          <a:xfrm>
            <a:off x="8442960" y="2506980"/>
            <a:ext cx="3200400" cy="1760220"/>
          </a:xfrm>
          <a:prstGeom prst="rect">
            <a:avLst/>
          </a:prstGeom>
          <a:solidFill>
            <a:srgbClr val="087CBF"/>
          </a:solidFill>
          <a:ln w="1905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17" name="node2">
            <a:extLst>
              <a:ext uri="{FF2B5EF4-FFF2-40B4-BE49-F238E27FC236}">
                <a16:creationId xmlns:a16="http://schemas.microsoft.com/office/drawing/2014/main" id="{F9F52446-9104-4F4A-8927-B31EC79697B3}"/>
              </a:ext>
            </a:extLst>
          </p:cNvPr>
          <p:cNvSpPr>
            <a:spLocks noGrp="1"/>
          </p:cNvSpPr>
          <p:nvPr/>
        </p:nvSpPr>
        <p:spPr>
          <a:xfrm>
            <a:off x="8633460" y="2697480"/>
            <a:ext cx="284988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216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MCP interaction</a:t>
            </a:r>
          </a:p>
        </p:txBody>
      </p:sp>
      <p:sp>
        <p:nvSpPr>
          <p:cNvPr id="18" name="body2">
            <a:extLst>
              <a:ext uri="{FF2B5EF4-FFF2-40B4-BE49-F238E27FC236}">
                <a16:creationId xmlns:a16="http://schemas.microsoft.com/office/drawing/2014/main" id="{99AFB711-D91E-482F-9D00-FABE01E84BFD}"/>
              </a:ext>
            </a:extLst>
          </p:cNvPr>
          <p:cNvSpPr>
            <a:spLocks noGrp="1"/>
          </p:cNvSpPr>
          <p:nvPr/>
        </p:nvSpPr>
        <p:spPr>
          <a:xfrm>
            <a:off x="8633460" y="3284220"/>
            <a:ext cx="284988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Connect and authorize</a:t>
            </a:r>
          </a:p>
          <a:p>
            <a:pPr algn="ctr">
              <a:defRPr sz="2025" b="0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620">
                <a:solidFill>
                  <a:schemeClr val="bg1"/>
                </a:solidFill>
                <a:latin typeface="Aptos"/>
                <a:ea typeface="Aptos"/>
                <a:cs typeface="Aptos"/>
              </a:rPr>
              <a:t>Invoke the selected tool</a:t>
            </a:r>
          </a:p>
        </p:txBody>
      </p:sp>
      <p:sp>
        <p:nvSpPr>
          <p:cNvPr id="19" name="detail2">
            <a:extLst>
              <a:ext uri="{FF2B5EF4-FFF2-40B4-BE49-F238E27FC236}">
                <a16:creationId xmlns:a16="http://schemas.microsoft.com/office/drawing/2014/main" id="{BC85F7B1-E753-420A-9576-D25FC41EDF30}"/>
              </a:ext>
            </a:extLst>
          </p:cNvPr>
          <p:cNvSpPr>
            <a:spLocks noGrp="1"/>
          </p:cNvSpPr>
          <p:nvPr/>
        </p:nvSpPr>
        <p:spPr>
          <a:xfrm>
            <a:off x="8442960" y="4579620"/>
            <a:ext cx="3200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7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740">
                <a:solidFill>
                  <a:srgbClr val="536B7E"/>
                </a:solidFill>
                <a:latin typeface="Aptos"/>
                <a:ea typeface="Aptos"/>
                <a:cs typeface="Aptos"/>
              </a:rPr>
              <a:t>Use its live capabilities</a:t>
            </a:r>
          </a:p>
        </p:txBody>
      </p:sp>
      <p:sp>
        <p:nvSpPr>
          <p:cNvPr id="22" name="example">
            <a:extLst>
              <a:ext uri="{FF2B5EF4-FFF2-40B4-BE49-F238E27FC236}">
                <a16:creationId xmlns:a16="http://schemas.microsoft.com/office/drawing/2014/main" id="{1335E3C8-189B-4C1F-B0AB-11F355DE266F}"/>
              </a:ext>
            </a:extLst>
          </p:cNvPr>
          <p:cNvSpPr>
            <a:spLocks noGrp="1"/>
          </p:cNvSpPr>
          <p:nvPr/>
        </p:nvSpPr>
        <p:spPr>
          <a:xfrm>
            <a:off x="548640" y="56769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endParaRPr lang="en-GB" sz="2600" b="1">
              <a:solidFill>
                <a:srgbClr val="087CB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4EF5AB5-83B0-42D7-15F6-0E613AA5328A}"/>
              </a:ext>
            </a:extLst>
          </p:cNvPr>
          <p:cNvSpPr/>
          <p:nvPr/>
        </p:nvSpPr>
        <p:spPr bwMode="gray">
          <a:xfrm>
            <a:off x="3824355" y="3277586"/>
            <a:ext cx="611370" cy="302828"/>
          </a:xfrm>
          <a:prstGeom prst="rightArrow">
            <a:avLst/>
          </a:prstGeom>
          <a:solidFill>
            <a:srgbClr val="087CB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DE" sz="1400" kern="0" err="1"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BC8D2DD-727C-5DA6-D55A-C9A8F26A1E45}"/>
              </a:ext>
            </a:extLst>
          </p:cNvPr>
          <p:cNvSpPr/>
          <p:nvPr/>
        </p:nvSpPr>
        <p:spPr bwMode="gray">
          <a:xfrm>
            <a:off x="7763895" y="3284220"/>
            <a:ext cx="611370" cy="302828"/>
          </a:xfrm>
          <a:prstGeom prst="rightArrow">
            <a:avLst/>
          </a:prstGeom>
          <a:solidFill>
            <a:srgbClr val="087CB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DE" sz="1400" kern="0" err="1"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A10D3441-F691-C88F-9CA0-E3CD67704112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490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62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MITRA: Find Communications, Inspect The Server, Send A Distress Signal</a:t>
            </a:r>
          </a:p>
        </p:txBody>
      </p:sp>
    </p:spTree>
    <p:extLst>
      <p:ext uri="{BB962C8B-B14F-4D97-AF65-F5344CB8AC3E}">
        <p14:creationId xmlns:p14="http://schemas.microsoft.com/office/powerpoint/2010/main" val="34935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C443E-8623-0861-E27D-24299B55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>
            <a:extLst>
              <a:ext uri="{FF2B5EF4-FFF2-40B4-BE49-F238E27FC236}">
                <a16:creationId xmlns:a16="http://schemas.microsoft.com/office/drawing/2014/main" id="{8C09C6E3-DCC6-FBF7-7D27-44B3A15A101B}"/>
              </a:ext>
            </a:extLst>
          </p:cNvPr>
          <p:cNvSpPr>
            <a:spLocks noGrp="1"/>
          </p:cNvSpPr>
          <p:nvPr/>
        </p:nvSpPr>
        <p:spPr>
          <a:xfrm>
            <a:off x="548640" y="564875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6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From API Catalogs to Agent Catalogs</a:t>
            </a: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513D3706-8B85-CC4F-D92E-1621F9AA248B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5" name="year0">
            <a:extLst>
              <a:ext uri="{FF2B5EF4-FFF2-40B4-BE49-F238E27FC236}">
                <a16:creationId xmlns:a16="http://schemas.microsoft.com/office/drawing/2014/main" id="{005D8246-3F45-240D-B946-0A5C1171BD76}"/>
              </a:ext>
            </a:extLst>
          </p:cNvPr>
          <p:cNvSpPr>
            <a:spLocks noGrp="1"/>
          </p:cNvSpPr>
          <p:nvPr/>
        </p:nvSpPr>
        <p:spPr>
          <a:xfrm>
            <a:off x="9230760" y="1763489"/>
            <a:ext cx="2590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318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6" name="timeline0">
            <a:extLst>
              <a:ext uri="{FF2B5EF4-FFF2-40B4-BE49-F238E27FC236}">
                <a16:creationId xmlns:a16="http://schemas.microsoft.com/office/drawing/2014/main" id="{4AE04CEB-1DCD-E8EF-48B0-191C5B52F559}"/>
              </a:ext>
            </a:extLst>
          </p:cNvPr>
          <p:cNvSpPr>
            <a:spLocks noGrp="1"/>
          </p:cNvSpPr>
          <p:nvPr/>
        </p:nvSpPr>
        <p:spPr>
          <a:xfrm>
            <a:off x="9230760" y="2502629"/>
            <a:ext cx="2514600" cy="38100"/>
          </a:xfrm>
          <a:prstGeom prst="rect">
            <a:avLst/>
          </a:prstGeom>
          <a:solidFill>
            <a:srgbClr val="087CBF"/>
          </a:solidFill>
          <a:ln w="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7" name="history-title0">
            <a:extLst>
              <a:ext uri="{FF2B5EF4-FFF2-40B4-BE49-F238E27FC236}">
                <a16:creationId xmlns:a16="http://schemas.microsoft.com/office/drawing/2014/main" id="{C3609558-DD5E-C2A8-15C2-EE4FB92BF262}"/>
              </a:ext>
            </a:extLst>
          </p:cNvPr>
          <p:cNvSpPr>
            <a:spLocks noGrp="1"/>
          </p:cNvSpPr>
          <p:nvPr/>
        </p:nvSpPr>
        <p:spPr>
          <a:xfrm>
            <a:off x="9230760" y="2853149"/>
            <a:ext cx="2606040" cy="670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92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A2A and MCP in ORD</a:t>
            </a:r>
          </a:p>
        </p:txBody>
      </p:sp>
      <p:sp>
        <p:nvSpPr>
          <p:cNvPr id="8" name="history-copy0">
            <a:extLst>
              <a:ext uri="{FF2B5EF4-FFF2-40B4-BE49-F238E27FC236}">
                <a16:creationId xmlns:a16="http://schemas.microsoft.com/office/drawing/2014/main" id="{0EB1F9EE-05CC-5C72-E030-809811548FF3}"/>
              </a:ext>
            </a:extLst>
          </p:cNvPr>
          <p:cNvSpPr>
            <a:spLocks noGrp="1"/>
          </p:cNvSpPr>
          <p:nvPr/>
        </p:nvSpPr>
        <p:spPr>
          <a:xfrm>
            <a:off x="9230760" y="3676109"/>
            <a:ext cx="260604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A2A and MCP supported in ORD for Agent and AI capability catalogs</a:t>
            </a:r>
          </a:p>
        </p:txBody>
      </p:sp>
      <p:sp>
        <p:nvSpPr>
          <p:cNvPr id="9" name="year1">
            <a:extLst>
              <a:ext uri="{FF2B5EF4-FFF2-40B4-BE49-F238E27FC236}">
                <a16:creationId xmlns:a16="http://schemas.microsoft.com/office/drawing/2014/main" id="{8B7E3606-6028-F851-B926-B6183F1FE8BB}"/>
              </a:ext>
            </a:extLst>
          </p:cNvPr>
          <p:cNvSpPr>
            <a:spLocks noGrp="1"/>
          </p:cNvSpPr>
          <p:nvPr/>
        </p:nvSpPr>
        <p:spPr>
          <a:xfrm>
            <a:off x="474512" y="1763489"/>
            <a:ext cx="2590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318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2015</a:t>
            </a:r>
          </a:p>
        </p:txBody>
      </p:sp>
      <p:sp>
        <p:nvSpPr>
          <p:cNvPr id="10" name="timeline1">
            <a:extLst>
              <a:ext uri="{FF2B5EF4-FFF2-40B4-BE49-F238E27FC236}">
                <a16:creationId xmlns:a16="http://schemas.microsoft.com/office/drawing/2014/main" id="{FD89F7E3-71F3-93B4-676A-9CB138E3325D}"/>
              </a:ext>
            </a:extLst>
          </p:cNvPr>
          <p:cNvSpPr>
            <a:spLocks noGrp="1"/>
          </p:cNvSpPr>
          <p:nvPr/>
        </p:nvSpPr>
        <p:spPr>
          <a:xfrm>
            <a:off x="474512" y="2502629"/>
            <a:ext cx="2514600" cy="38100"/>
          </a:xfrm>
          <a:prstGeom prst="rect">
            <a:avLst/>
          </a:prstGeom>
          <a:solidFill>
            <a:srgbClr val="087CBF"/>
          </a:solidFill>
          <a:ln w="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11" name="history-title1">
            <a:extLst>
              <a:ext uri="{FF2B5EF4-FFF2-40B4-BE49-F238E27FC236}">
                <a16:creationId xmlns:a16="http://schemas.microsoft.com/office/drawing/2014/main" id="{3D4D9C37-8DDA-C754-B6FE-2664E6EE5E34}"/>
              </a:ext>
            </a:extLst>
          </p:cNvPr>
          <p:cNvSpPr>
            <a:spLocks noGrp="1"/>
          </p:cNvSpPr>
          <p:nvPr/>
        </p:nvSpPr>
        <p:spPr>
          <a:xfrm>
            <a:off x="474512" y="2862136"/>
            <a:ext cx="2606040" cy="670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920" b="1" err="1">
                <a:solidFill>
                  <a:srgbClr val="102C45"/>
                </a:solidFill>
                <a:latin typeface="Aptos"/>
                <a:ea typeface="Aptos"/>
                <a:cs typeface="Aptos"/>
              </a:rPr>
              <a:t>OpenAPI</a:t>
            </a:r>
            <a:r>
              <a:rPr lang="en-GB" sz="192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 Initiative</a:t>
            </a:r>
          </a:p>
        </p:txBody>
      </p:sp>
      <p:sp>
        <p:nvSpPr>
          <p:cNvPr id="12" name="history-copy1">
            <a:extLst>
              <a:ext uri="{FF2B5EF4-FFF2-40B4-BE49-F238E27FC236}">
                <a16:creationId xmlns:a16="http://schemas.microsoft.com/office/drawing/2014/main" id="{653B5F47-DBBF-27E3-5265-CA1B00ACABF0}"/>
              </a:ext>
            </a:extLst>
          </p:cNvPr>
          <p:cNvSpPr>
            <a:spLocks noGrp="1"/>
          </p:cNvSpPr>
          <p:nvPr/>
        </p:nvSpPr>
        <p:spPr>
          <a:xfrm>
            <a:off x="474512" y="3685096"/>
            <a:ext cx="2606040" cy="1050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Portable descriptions</a:t>
            </a:r>
          </a:p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for HTTP APIs, </a:t>
            </a:r>
          </a:p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Companies building API </a:t>
            </a:r>
            <a:r>
              <a:rPr lang="en-GB" sz="1680" err="1">
                <a:solidFill>
                  <a:srgbClr val="536B7E"/>
                </a:solidFill>
                <a:latin typeface="Aptos"/>
                <a:ea typeface="Aptos"/>
                <a:cs typeface="Aptos"/>
              </a:rPr>
              <a:t>catalogs</a:t>
            </a:r>
            <a:endParaRPr lang="en-GB" sz="1680">
              <a:solidFill>
                <a:srgbClr val="536B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year2">
            <a:extLst>
              <a:ext uri="{FF2B5EF4-FFF2-40B4-BE49-F238E27FC236}">
                <a16:creationId xmlns:a16="http://schemas.microsoft.com/office/drawing/2014/main" id="{9046AC61-7C9B-34A9-E3E2-B6686FB23088}"/>
              </a:ext>
            </a:extLst>
          </p:cNvPr>
          <p:cNvSpPr>
            <a:spLocks noGrp="1"/>
          </p:cNvSpPr>
          <p:nvPr/>
        </p:nvSpPr>
        <p:spPr>
          <a:xfrm>
            <a:off x="3393261" y="1763489"/>
            <a:ext cx="2590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318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4" name="timeline2">
            <a:extLst>
              <a:ext uri="{FF2B5EF4-FFF2-40B4-BE49-F238E27FC236}">
                <a16:creationId xmlns:a16="http://schemas.microsoft.com/office/drawing/2014/main" id="{67FABB6B-F03E-70A5-51B5-86F612AB1991}"/>
              </a:ext>
            </a:extLst>
          </p:cNvPr>
          <p:cNvSpPr>
            <a:spLocks noGrp="1"/>
          </p:cNvSpPr>
          <p:nvPr/>
        </p:nvSpPr>
        <p:spPr>
          <a:xfrm>
            <a:off x="3393261" y="2502629"/>
            <a:ext cx="2514600" cy="38100"/>
          </a:xfrm>
          <a:prstGeom prst="rect">
            <a:avLst/>
          </a:prstGeom>
          <a:solidFill>
            <a:srgbClr val="087CBF"/>
          </a:solidFill>
          <a:ln w="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15" name="history-title2">
            <a:extLst>
              <a:ext uri="{FF2B5EF4-FFF2-40B4-BE49-F238E27FC236}">
                <a16:creationId xmlns:a16="http://schemas.microsoft.com/office/drawing/2014/main" id="{0A4DC682-8DBA-CB49-2DD0-9AB7BFE628B3}"/>
              </a:ext>
            </a:extLst>
          </p:cNvPr>
          <p:cNvSpPr>
            <a:spLocks noGrp="1"/>
          </p:cNvSpPr>
          <p:nvPr/>
        </p:nvSpPr>
        <p:spPr>
          <a:xfrm>
            <a:off x="3400953" y="2862136"/>
            <a:ext cx="2606040" cy="670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92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ORD Open Sourced</a:t>
            </a:r>
          </a:p>
        </p:txBody>
      </p:sp>
      <p:sp>
        <p:nvSpPr>
          <p:cNvPr id="16" name="history-copy2">
            <a:extLst>
              <a:ext uri="{FF2B5EF4-FFF2-40B4-BE49-F238E27FC236}">
                <a16:creationId xmlns:a16="http://schemas.microsoft.com/office/drawing/2014/main" id="{D8494870-49C0-6B99-3F66-FE24D5061FF4}"/>
              </a:ext>
            </a:extLst>
          </p:cNvPr>
          <p:cNvSpPr>
            <a:spLocks noGrp="1"/>
          </p:cNvSpPr>
          <p:nvPr/>
        </p:nvSpPr>
        <p:spPr>
          <a:xfrm>
            <a:off x="3400953" y="3685096"/>
            <a:ext cx="260604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A protocol that enables applications &amp; services to self describe their exposed resources &amp; capabilities  </a:t>
            </a:r>
          </a:p>
        </p:txBody>
      </p:sp>
      <p:sp>
        <p:nvSpPr>
          <p:cNvPr id="17" name="year3">
            <a:extLst>
              <a:ext uri="{FF2B5EF4-FFF2-40B4-BE49-F238E27FC236}">
                <a16:creationId xmlns:a16="http://schemas.microsoft.com/office/drawing/2014/main" id="{234B6A15-6FE7-6528-24A8-9B59BA26D975}"/>
              </a:ext>
            </a:extLst>
          </p:cNvPr>
          <p:cNvSpPr>
            <a:spLocks noGrp="1"/>
          </p:cNvSpPr>
          <p:nvPr/>
        </p:nvSpPr>
        <p:spPr>
          <a:xfrm>
            <a:off x="6311866" y="1763489"/>
            <a:ext cx="2590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3180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18" name="timeline3">
            <a:extLst>
              <a:ext uri="{FF2B5EF4-FFF2-40B4-BE49-F238E27FC236}">
                <a16:creationId xmlns:a16="http://schemas.microsoft.com/office/drawing/2014/main" id="{93A3BCA9-BEA7-F09F-4654-56476C8460C9}"/>
              </a:ext>
            </a:extLst>
          </p:cNvPr>
          <p:cNvSpPr>
            <a:spLocks noGrp="1"/>
          </p:cNvSpPr>
          <p:nvPr/>
        </p:nvSpPr>
        <p:spPr>
          <a:xfrm>
            <a:off x="6311866" y="2502629"/>
            <a:ext cx="2514600" cy="38100"/>
          </a:xfrm>
          <a:prstGeom prst="rect">
            <a:avLst/>
          </a:prstGeom>
          <a:solidFill>
            <a:srgbClr val="087CBF"/>
          </a:solidFill>
          <a:ln w="0">
            <a:noFill/>
          </a:ln>
        </p:spPr>
        <p:txBody>
          <a:bodyPr/>
          <a:lstStyle/>
          <a:p>
            <a:endParaRPr lang="en-GB" sz="1680"/>
          </a:p>
        </p:txBody>
      </p:sp>
      <p:sp>
        <p:nvSpPr>
          <p:cNvPr id="19" name="history-title3">
            <a:extLst>
              <a:ext uri="{FF2B5EF4-FFF2-40B4-BE49-F238E27FC236}">
                <a16:creationId xmlns:a16="http://schemas.microsoft.com/office/drawing/2014/main" id="{F6824C34-8AFD-EC04-72A3-F2E94A39CEC8}"/>
              </a:ext>
            </a:extLst>
          </p:cNvPr>
          <p:cNvSpPr>
            <a:spLocks noGrp="1"/>
          </p:cNvSpPr>
          <p:nvPr/>
        </p:nvSpPr>
        <p:spPr>
          <a:xfrm>
            <a:off x="6266146" y="2862136"/>
            <a:ext cx="2606040" cy="670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92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MCP introduced</a:t>
            </a:r>
          </a:p>
        </p:txBody>
      </p:sp>
      <p:sp>
        <p:nvSpPr>
          <p:cNvPr id="20" name="history-copy3">
            <a:extLst>
              <a:ext uri="{FF2B5EF4-FFF2-40B4-BE49-F238E27FC236}">
                <a16:creationId xmlns:a16="http://schemas.microsoft.com/office/drawing/2014/main" id="{100FA615-6AA1-F0B5-A6B1-B89F84022C86}"/>
              </a:ext>
            </a:extLst>
          </p:cNvPr>
          <p:cNvSpPr>
            <a:spLocks noGrp="1"/>
          </p:cNvSpPr>
          <p:nvPr/>
        </p:nvSpPr>
        <p:spPr>
          <a:xfrm>
            <a:off x="6266146" y="3685096"/>
            <a:ext cx="260604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A shared protocol for</a:t>
            </a:r>
          </a:p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AI tool calling</a:t>
            </a:r>
          </a:p>
        </p:txBody>
      </p:sp>
      <p:sp>
        <p:nvSpPr>
          <p:cNvPr id="37" name="takeaway">
            <a:extLst>
              <a:ext uri="{FF2B5EF4-FFF2-40B4-BE49-F238E27FC236}">
                <a16:creationId xmlns:a16="http://schemas.microsoft.com/office/drawing/2014/main" id="{DC72CDFD-7D03-9D24-3164-A6808EDF1E14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490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62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Building on proven-practices and learnings from the past</a:t>
            </a:r>
          </a:p>
        </p:txBody>
      </p:sp>
    </p:spTree>
    <p:extLst>
      <p:ext uri="{BB962C8B-B14F-4D97-AF65-F5344CB8AC3E}">
        <p14:creationId xmlns:p14="http://schemas.microsoft.com/office/powerpoint/2010/main" val="321454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80A3445A-ECF1-4912-AFD9-3B24DBA1F7F0}"/>
              </a:ext>
            </a:extLst>
          </p:cNvPr>
          <p:cNvSpPr>
            <a:spLocks noGrp="1"/>
          </p:cNvSpPr>
          <p:nvPr/>
        </p:nvSpPr>
        <p:spPr>
          <a:xfrm>
            <a:off x="548640" y="586690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6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Discover The Server. Understand Its Tools. Execute.</a:t>
            </a:r>
          </a:p>
        </p:txBody>
      </p:sp>
      <p:sp>
        <p:nvSpPr>
          <p:cNvPr id="2" name="classification">
            <a:extLst>
              <a:ext uri="{FF2B5EF4-FFF2-40B4-BE49-F238E27FC236}">
                <a16:creationId xmlns:a16="http://schemas.microsoft.com/office/drawing/2014/main" id="{16AB14A1-A9C5-44C4-9C7E-9BF1F356269A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1" y="1608410"/>
            <a:ext cx="7658599" cy="4320000"/>
          </a:xfrm>
          <a:prstGeom prst="rect">
            <a:avLst/>
          </a:prstGeom>
        </p:spPr>
      </p:pic>
      <p:sp>
        <p:nvSpPr>
          <p:cNvPr id="7" name="prompt">
            <a:extLst>
              <a:ext uri="{FF2B5EF4-FFF2-40B4-BE49-F238E27FC236}">
                <a16:creationId xmlns:a16="http://schemas.microsoft.com/office/drawing/2014/main" id="{0C144D49-BE3E-0052-FE4E-670785F2EB40}"/>
              </a:ext>
            </a:extLst>
          </p:cNvPr>
          <p:cNvSpPr>
            <a:spLocks noGrp="1"/>
          </p:cNvSpPr>
          <p:nvPr/>
        </p:nvSpPr>
        <p:spPr>
          <a:xfrm>
            <a:off x="8444639" y="3063369"/>
            <a:ext cx="3244250" cy="14812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77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Discovery</a:t>
            </a:r>
          </a:p>
          <a:p>
            <a:pPr>
              <a:defRPr sz="27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77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Before</a:t>
            </a:r>
          </a:p>
          <a:p>
            <a:pPr>
              <a:defRPr sz="2775" b="1">
                <a:solidFill>
                  <a:srgbClr val="087CBF"/>
                </a:solidFill>
                <a:latin typeface="Aptos"/>
                <a:ea typeface="Aptos"/>
                <a:cs typeface="Aptos"/>
              </a:defRPr>
            </a:pPr>
            <a:r>
              <a:rPr lang="en-GB" sz="2775" b="1">
                <a:solidFill>
                  <a:srgbClr val="087CBF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53680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FD4CDA64-18A3-4A9A-8BF6-741EC98A9C16}"/>
              </a:ext>
            </a:extLst>
          </p:cNvPr>
          <p:cNvSpPr>
            <a:spLocks noGrp="1"/>
          </p:cNvSpPr>
          <p:nvPr/>
        </p:nvSpPr>
        <p:spPr>
          <a:xfrm>
            <a:off x="548640" y="557395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48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Explore the materials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3B72EE-B720-40B8-8582-6CC41C38BC3A}"/>
              </a:ext>
            </a:extLst>
          </p:cNvPr>
          <p:cNvSpPr>
            <a:spLocks noGrp="1"/>
          </p:cNvSpPr>
          <p:nvPr/>
        </p:nvSpPr>
        <p:spPr>
          <a:xfrm>
            <a:off x="563880" y="116586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860">
                <a:solidFill>
                  <a:srgbClr val="536B7E"/>
                </a:solidFill>
                <a:latin typeface="Aptos"/>
                <a:ea typeface="Aptos"/>
                <a:cs typeface="Aptos"/>
              </a:rPr>
              <a:t>Resources to continue the conversation</a:t>
            </a:r>
          </a:p>
        </p:txBody>
      </p:sp>
      <p:sp>
        <p:nvSpPr>
          <p:cNvPr id="3" name="classification">
            <a:extLst>
              <a:ext uri="{FF2B5EF4-FFF2-40B4-BE49-F238E27FC236}">
                <a16:creationId xmlns:a16="http://schemas.microsoft.com/office/drawing/2014/main" id="{1D045D9B-B725-4969-A5BB-B5A801261120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6" name="resource-label0">
            <a:extLst>
              <a:ext uri="{FF2B5EF4-FFF2-40B4-BE49-F238E27FC236}">
                <a16:creationId xmlns:a16="http://schemas.microsoft.com/office/drawing/2014/main" id="{90C52417-82FB-4C5A-9E5A-B6C9B87938CB}"/>
              </a:ext>
            </a:extLst>
          </p:cNvPr>
          <p:cNvSpPr>
            <a:spLocks noGrp="1"/>
          </p:cNvSpPr>
          <p:nvPr/>
        </p:nvSpPr>
        <p:spPr>
          <a:xfrm>
            <a:off x="811725" y="5233805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2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Open Resource Discovery</a:t>
            </a:r>
          </a:p>
        </p:txBody>
      </p:sp>
      <p:sp>
        <p:nvSpPr>
          <p:cNvPr id="8" name="resource-label1">
            <a:extLst>
              <a:ext uri="{FF2B5EF4-FFF2-40B4-BE49-F238E27FC236}">
                <a16:creationId xmlns:a16="http://schemas.microsoft.com/office/drawing/2014/main" id="{8AAC91CC-3D15-42E2-9B4E-37CE31D2572C}"/>
              </a:ext>
            </a:extLst>
          </p:cNvPr>
          <p:cNvSpPr>
            <a:spLocks noGrp="1"/>
          </p:cNvSpPr>
          <p:nvPr/>
        </p:nvSpPr>
        <p:spPr>
          <a:xfrm>
            <a:off x="3572676" y="5233805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2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MCP Server Card UI</a:t>
            </a:r>
          </a:p>
          <a:p>
            <a:pPr algn="ctr">
              <a:defRPr sz="22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Playground</a:t>
            </a:r>
          </a:p>
        </p:txBody>
      </p:sp>
      <p:sp>
        <p:nvSpPr>
          <p:cNvPr id="10" name="resource-label2">
            <a:extLst>
              <a:ext uri="{FF2B5EF4-FFF2-40B4-BE49-F238E27FC236}">
                <a16:creationId xmlns:a16="http://schemas.microsoft.com/office/drawing/2014/main" id="{B69C0311-D9D5-47E5-9869-4EFA1DDBA86A}"/>
              </a:ext>
            </a:extLst>
          </p:cNvPr>
          <p:cNvSpPr>
            <a:spLocks noGrp="1"/>
          </p:cNvSpPr>
          <p:nvPr/>
        </p:nvSpPr>
        <p:spPr>
          <a:xfrm>
            <a:off x="6333551" y="4838699"/>
            <a:ext cx="2286000" cy="11712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2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102C45"/>
                </a:solidFill>
                <a:latin typeface="Aptos"/>
              </a:rPr>
              <a:t>Tool Metadata in  Server Card Community proposal Issue #30</a:t>
            </a:r>
          </a:p>
        </p:txBody>
      </p:sp>
      <p:sp>
        <p:nvSpPr>
          <p:cNvPr id="13" name="qr-caption">
            <a:extLst>
              <a:ext uri="{FF2B5EF4-FFF2-40B4-BE49-F238E27FC236}">
                <a16:creationId xmlns:a16="http://schemas.microsoft.com/office/drawing/2014/main" id="{A9025B9A-79A8-49E5-9AFF-954546B9D5E2}"/>
              </a:ext>
            </a:extLst>
          </p:cNvPr>
          <p:cNvSpPr>
            <a:spLocks noGrp="1"/>
          </p:cNvSpPr>
          <p:nvPr/>
        </p:nvSpPr>
        <p:spPr>
          <a:xfrm>
            <a:off x="8980050" y="5138555"/>
            <a:ext cx="2514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2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1800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Demo &amp; Materials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62C373-1481-11B5-1813-8ACE2987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11" y="1914451"/>
            <a:ext cx="2812171" cy="28121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87E1AA-72AB-7A3A-9994-70CDC0E9A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352" y="1914527"/>
            <a:ext cx="2812019" cy="2812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7B372E-82C6-1B44-FBD2-A0AE2489C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342" y="1914527"/>
            <a:ext cx="2812019" cy="28120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768EFC-8568-12C3-032E-99DB87AF3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914735"/>
            <a:ext cx="2811600" cy="28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4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CBAB354-7056-AEF2-64F0-A670CDA06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041" y="2622041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0D1BE-2B3F-04E3-7E39-7CCD4D80A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301" y="2622041"/>
            <a:ext cx="2520000" cy="2520000"/>
          </a:xfrm>
          <a:prstGeom prst="rect">
            <a:avLst/>
          </a:prstGeom>
        </p:spPr>
      </p:pic>
      <p:sp>
        <p:nvSpPr>
          <p:cNvPr id="17" name="title">
            <a:extLst>
              <a:ext uri="{FF2B5EF4-FFF2-40B4-BE49-F238E27FC236}">
                <a16:creationId xmlns:a16="http://schemas.microsoft.com/office/drawing/2014/main" id="{D22294B3-273E-4368-8828-6C9D5B2C696A}"/>
              </a:ext>
            </a:extLst>
          </p:cNvPr>
          <p:cNvSpPr>
            <a:spLocks noGrp="1"/>
          </p:cNvSpPr>
          <p:nvPr/>
        </p:nvSpPr>
        <p:spPr>
          <a:xfrm>
            <a:off x="548291" y="542273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48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Let’s stay in touch</a:t>
            </a:r>
          </a:p>
        </p:txBody>
      </p:sp>
      <p:sp>
        <p:nvSpPr>
          <p:cNvPr id="2" name="classification">
            <a:extLst>
              <a:ext uri="{FF2B5EF4-FFF2-40B4-BE49-F238E27FC236}">
                <a16:creationId xmlns:a16="http://schemas.microsoft.com/office/drawing/2014/main" id="{D92AA49D-A446-4E92-93E0-97072FBE210E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8640" y="1961448"/>
            <a:ext cx="1188720" cy="1201711"/>
          </a:xfrm>
          <a:prstGeom prst="rect">
            <a:avLst/>
          </a:prstGeom>
        </p:spPr>
      </p:pic>
      <p:sp>
        <p:nvSpPr>
          <p:cNvPr id="5" name="contact1">
            <a:extLst>
              <a:ext uri="{FF2B5EF4-FFF2-40B4-BE49-F238E27FC236}">
                <a16:creationId xmlns:a16="http://schemas.microsoft.com/office/drawing/2014/main" id="{F2503A40-619F-4689-B49F-C85327DB1D87}"/>
              </a:ext>
            </a:extLst>
          </p:cNvPr>
          <p:cNvSpPr>
            <a:spLocks noGrp="1"/>
          </p:cNvSpPr>
          <p:nvPr/>
        </p:nvSpPr>
        <p:spPr>
          <a:xfrm>
            <a:off x="1965960" y="2028902"/>
            <a:ext cx="3810000" cy="4038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2625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Vyshnavi Gadamsetti</a:t>
            </a:r>
          </a:p>
        </p:txBody>
      </p:sp>
      <p:sp>
        <p:nvSpPr>
          <p:cNvPr id="6" name="job1">
            <a:extLst>
              <a:ext uri="{FF2B5EF4-FFF2-40B4-BE49-F238E27FC236}">
                <a16:creationId xmlns:a16="http://schemas.microsoft.com/office/drawing/2014/main" id="{8A4A92E0-5C89-4BC4-9FEB-D3888423054D}"/>
              </a:ext>
            </a:extLst>
          </p:cNvPr>
          <p:cNvSpPr>
            <a:spLocks noGrp="1"/>
          </p:cNvSpPr>
          <p:nvPr/>
        </p:nvSpPr>
        <p:spPr>
          <a:xfrm>
            <a:off x="1965960" y="2508962"/>
            <a:ext cx="3810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Software Architect, SAP SE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69380" y="1961448"/>
            <a:ext cx="1188720" cy="1201711"/>
          </a:xfrm>
          <a:prstGeom prst="rect">
            <a:avLst/>
          </a:prstGeom>
        </p:spPr>
      </p:pic>
      <p:sp>
        <p:nvSpPr>
          <p:cNvPr id="8" name="contact2">
            <a:extLst>
              <a:ext uri="{FF2B5EF4-FFF2-40B4-BE49-F238E27FC236}">
                <a16:creationId xmlns:a16="http://schemas.microsoft.com/office/drawing/2014/main" id="{8E6DA6AE-5A6A-4E5D-A54B-B1267E2B25A5}"/>
              </a:ext>
            </a:extLst>
          </p:cNvPr>
          <p:cNvSpPr>
            <a:spLocks noGrp="1"/>
          </p:cNvSpPr>
          <p:nvPr/>
        </p:nvSpPr>
        <p:spPr>
          <a:xfrm>
            <a:off x="7886700" y="2028902"/>
            <a:ext cx="3848100" cy="4038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2625" b="1">
                <a:solidFill>
                  <a:srgbClr val="102C45"/>
                </a:solidFill>
                <a:latin typeface="Aptos"/>
                <a:ea typeface="Aptos"/>
                <a:cs typeface="Aptos"/>
              </a:rPr>
              <a:t>Sebastian Wennemers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56396" y="6057900"/>
            <a:ext cx="4251688" cy="388620"/>
          </a:xfrm>
          <a:prstGeom prst="rect">
            <a:avLst/>
          </a:prstGeom>
        </p:spPr>
      </p:pic>
      <p:sp>
        <p:nvSpPr>
          <p:cNvPr id="21" name="job1">
            <a:extLst>
              <a:ext uri="{FF2B5EF4-FFF2-40B4-BE49-F238E27FC236}">
                <a16:creationId xmlns:a16="http://schemas.microsoft.com/office/drawing/2014/main" id="{B7A59480-47A8-87D5-44DF-058C24E72963}"/>
              </a:ext>
            </a:extLst>
          </p:cNvPr>
          <p:cNvSpPr>
            <a:spLocks noGrp="1"/>
          </p:cNvSpPr>
          <p:nvPr/>
        </p:nvSpPr>
        <p:spPr>
          <a:xfrm>
            <a:off x="7886700" y="2508962"/>
            <a:ext cx="3810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680">
                <a:solidFill>
                  <a:srgbClr val="536B7E"/>
                </a:solidFill>
                <a:latin typeface="Aptos"/>
                <a:ea typeface="Aptos"/>
                <a:cs typeface="Aptos"/>
              </a:rPr>
              <a:t>Chief Architect, SAP SE</a:t>
            </a:r>
          </a:p>
        </p:txBody>
      </p:sp>
    </p:spTree>
    <p:extLst>
      <p:ext uri="{BB962C8B-B14F-4D97-AF65-F5344CB8AC3E}">
        <p14:creationId xmlns:p14="http://schemas.microsoft.com/office/powerpoint/2010/main" val="498400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FF96-8D3D-10E0-432E-F5FFF9BD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>
            <a:extLst>
              <a:ext uri="{FF2B5EF4-FFF2-40B4-BE49-F238E27FC236}">
                <a16:creationId xmlns:a16="http://schemas.microsoft.com/office/drawing/2014/main" id="{4F915E6A-5779-4B1C-C841-B83276BB5D65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F15D44-BCC7-BCDC-855F-3BA4FF21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396" y="6057900"/>
            <a:ext cx="4251688" cy="38862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71B4F4B1-9C5F-1D8E-2D42-17DFF340326E}"/>
              </a:ext>
            </a:extLst>
          </p:cNvPr>
          <p:cNvSpPr>
            <a:spLocks noGrp="1"/>
          </p:cNvSpPr>
          <p:nvPr/>
        </p:nvSpPr>
        <p:spPr>
          <a:xfrm>
            <a:off x="548640" y="2743200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48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73890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2AFD-A860-752C-EF7B-74BBC2A6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>
            <a:extLst>
              <a:ext uri="{FF2B5EF4-FFF2-40B4-BE49-F238E27FC236}">
                <a16:creationId xmlns:a16="http://schemas.microsoft.com/office/drawing/2014/main" id="{3AC69102-1693-72A3-7A6F-7FA2738BF7ED}"/>
              </a:ext>
            </a:extLst>
          </p:cNvPr>
          <p:cNvSpPr>
            <a:spLocks noGrp="1"/>
          </p:cNvSpPr>
          <p:nvPr/>
        </p:nvSpPr>
        <p:spPr>
          <a:xfrm>
            <a:off x="548640" y="6522720"/>
            <a:ext cx="12192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536B7E"/>
                </a:solidFill>
                <a:latin typeface="Aptos"/>
                <a:ea typeface="Aptos"/>
                <a:cs typeface="Aptos"/>
              </a:defRPr>
            </a:pPr>
            <a:r>
              <a:rPr lang="en-GB" sz="1080">
                <a:solidFill>
                  <a:srgbClr val="536B7E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4B409E-2623-750A-8D41-6A68390E4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396" y="6057900"/>
            <a:ext cx="4251688" cy="38862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1EE6CA03-0BEB-0C70-3464-29E63ED6A79F}"/>
              </a:ext>
            </a:extLst>
          </p:cNvPr>
          <p:cNvSpPr>
            <a:spLocks noGrp="1"/>
          </p:cNvSpPr>
          <p:nvPr/>
        </p:nvSpPr>
        <p:spPr>
          <a:xfrm>
            <a:off x="548640" y="2743200"/>
            <a:ext cx="1109472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4350" b="1">
                <a:solidFill>
                  <a:srgbClr val="102C45"/>
                </a:solidFill>
                <a:latin typeface="Aptos"/>
                <a:ea typeface="Aptos"/>
                <a:cs typeface="Aptos"/>
              </a:defRPr>
            </a:pPr>
            <a:r>
              <a:rPr lang="en-GB" sz="348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335385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2DD871B-B043-1B4E-F17A-D715ECA7FC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9936"/>
            <a:ext cx="12227442" cy="687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08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4ACA7D5-DFC6-8866-EC7D-C0A773E81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77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7C2E-625B-2D90-D5F8-A75442B1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9FF1A166-31B7-B8CB-89B2-EB5EE8535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87241" cy="68553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D7F871-B41B-93C8-7B0E-A1E747BB429B}"/>
              </a:ext>
            </a:extLst>
          </p:cNvPr>
          <p:cNvSpPr/>
          <p:nvPr/>
        </p:nvSpPr>
        <p:spPr>
          <a:xfrm>
            <a:off x="3173" y="5532573"/>
            <a:ext cx="7048095" cy="1322750"/>
          </a:xfrm>
          <a:prstGeom prst="rect">
            <a:avLst/>
          </a:prstGeom>
        </p:spPr>
        <p:txBody>
          <a:bodyPr wrap="square" lIns="91392" tIns="45696" rIns="91392" bIns="45696" anchor="t">
            <a:spAutoFit/>
          </a:bodyPr>
          <a:lstStyle/>
          <a:p>
            <a:pPr defTabSz="914126" fontAlgn="base">
              <a:defRPr/>
            </a:pP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ORD is a</a:t>
            </a:r>
            <a:r>
              <a:rPr lang="de-DE" sz="1600" err="1">
                <a:solidFill>
                  <a:schemeClr val="bg1"/>
                </a:solidFill>
                <a:latin typeface="Aptos" panose="020B0004020202020204"/>
              </a:rPr>
              <a:t>n</a:t>
            </a:r>
            <a:r>
              <a:rPr lang="de-DE" sz="1600">
                <a:solidFill>
                  <a:schemeClr val="bg1"/>
                </a:solidFill>
                <a:latin typeface="Aptos" panose="020B0004020202020204"/>
              </a:rPr>
              <a:t> open</a:t>
            </a: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 standard for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publishing and discovering </a:t>
            </a:r>
            <a:br>
              <a:rPr lang="de-DE" sz="1600" b="1">
                <a:solidFill>
                  <a:schemeClr val="bg1"/>
                </a:solidFill>
                <a:latin typeface="Aptos" panose="020B0004020202020204"/>
              </a:rPr>
            </a:b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metadata about application and service resources</a:t>
            </a: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. </a:t>
            </a:r>
            <a:br>
              <a:rPr lang="de-DE" sz="1600">
                <a:solidFill>
                  <a:schemeClr val="bg1"/>
                </a:solidFill>
                <a:latin typeface="Aptos" panose="020B0004020202020204"/>
              </a:rPr>
            </a:b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It enables applications and services to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self-describe their</a:t>
            </a:r>
            <a:r>
              <a:rPr lang="de-DE" sz="1600" b="1">
                <a:solidFill>
                  <a:schemeClr val="bg1"/>
                </a:solidFill>
                <a:latin typeface="Aptos" panose="020B0004020202020204"/>
              </a:rPr>
              <a:t>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exposed</a:t>
            </a:r>
            <a:r>
              <a:rPr lang="de-DE" sz="1600" b="1">
                <a:solidFill>
                  <a:schemeClr val="bg1"/>
                </a:solidFill>
                <a:latin typeface="Aptos" panose="020B0004020202020204"/>
              </a:rPr>
              <a:t>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capabilities</a:t>
            </a: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, including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APIs, Events, and Data Products</a:t>
            </a: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, along with </a:t>
            </a:r>
            <a:br>
              <a:rPr lang="de-DE" sz="1600">
                <a:solidFill>
                  <a:schemeClr val="bg1"/>
                </a:solidFill>
                <a:latin typeface="Aptos" panose="020B0004020202020204"/>
              </a:rPr>
            </a:b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their detailed metadata, in a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standardised and machine-readable</a:t>
            </a:r>
            <a:r>
              <a:rPr lang="de-DE" sz="1600" b="1">
                <a:solidFill>
                  <a:schemeClr val="bg1"/>
                </a:solidFill>
                <a:latin typeface="Aptos" panose="020B0004020202020204"/>
              </a:rPr>
              <a:t> </a:t>
            </a:r>
            <a:r>
              <a:rPr lang="LID4096" sz="1600" b="1">
                <a:solidFill>
                  <a:schemeClr val="bg1"/>
                </a:solidFill>
                <a:latin typeface="Aptos" panose="020B0004020202020204"/>
              </a:rPr>
              <a:t>way</a:t>
            </a:r>
            <a:r>
              <a:rPr lang="LID4096" sz="1600">
                <a:solidFill>
                  <a:schemeClr val="bg1"/>
                </a:solidFill>
                <a:latin typeface="Aptos" panose="020B0004020202020204"/>
              </a:rPr>
              <a:t>.</a:t>
            </a:r>
            <a:endParaRPr lang="en-US" sz="1600">
              <a:solidFill>
                <a:schemeClr val="bg1"/>
              </a:solidFill>
              <a:latin typeface="Aptos" panose="020B000402020202020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29A836-8296-DA84-DAC6-5ADEA20AD438}"/>
              </a:ext>
            </a:extLst>
          </p:cNvPr>
          <p:cNvSpPr/>
          <p:nvPr/>
        </p:nvSpPr>
        <p:spPr>
          <a:xfrm>
            <a:off x="4037284" y="2159299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5B2F76-8789-C71F-7A8E-910815B8B522}"/>
              </a:ext>
            </a:extLst>
          </p:cNvPr>
          <p:cNvSpPr/>
          <p:nvPr/>
        </p:nvSpPr>
        <p:spPr>
          <a:xfrm>
            <a:off x="3730230" y="2711521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EE59B1-1ED6-CEF2-3CEC-5AA9DBCEAF63}"/>
              </a:ext>
            </a:extLst>
          </p:cNvPr>
          <p:cNvSpPr/>
          <p:nvPr/>
        </p:nvSpPr>
        <p:spPr>
          <a:xfrm>
            <a:off x="3482829" y="3225543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EB43-70A7-5E3B-9A66-8EED947FEC1F}"/>
              </a:ext>
            </a:extLst>
          </p:cNvPr>
          <p:cNvSpPr/>
          <p:nvPr/>
        </p:nvSpPr>
        <p:spPr>
          <a:xfrm>
            <a:off x="8014696" y="1024509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544BA1-CDA7-38FB-30D2-070EFFA3DEF8}"/>
              </a:ext>
            </a:extLst>
          </p:cNvPr>
          <p:cNvSpPr/>
          <p:nvPr/>
        </p:nvSpPr>
        <p:spPr>
          <a:xfrm>
            <a:off x="8395498" y="1805153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E2ADA6-FEE5-D8B3-0E29-6912423C5662}"/>
              </a:ext>
            </a:extLst>
          </p:cNvPr>
          <p:cNvSpPr/>
          <p:nvPr/>
        </p:nvSpPr>
        <p:spPr>
          <a:xfrm>
            <a:off x="8802956" y="2509637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8E77D4-C551-385B-8409-2896AA42CA78}"/>
              </a:ext>
            </a:extLst>
          </p:cNvPr>
          <p:cNvSpPr/>
          <p:nvPr/>
        </p:nvSpPr>
        <p:spPr>
          <a:xfrm>
            <a:off x="8825804" y="4013803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DDFD61-8E81-C3AB-7570-A81C2EC4804C}"/>
              </a:ext>
            </a:extLst>
          </p:cNvPr>
          <p:cNvSpPr/>
          <p:nvPr/>
        </p:nvSpPr>
        <p:spPr>
          <a:xfrm>
            <a:off x="7051268" y="5929235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0994-D1D4-90F2-4E13-6D054B8C9341}"/>
              </a:ext>
            </a:extLst>
          </p:cNvPr>
          <p:cNvSpPr/>
          <p:nvPr/>
        </p:nvSpPr>
        <p:spPr>
          <a:xfrm>
            <a:off x="3266100" y="4322251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CD7AFD-53DF-3C8C-E611-49977F1448B4}"/>
              </a:ext>
            </a:extLst>
          </p:cNvPr>
          <p:cNvSpPr/>
          <p:nvPr/>
        </p:nvSpPr>
        <p:spPr>
          <a:xfrm>
            <a:off x="5380311" y="1208817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6D98D5-A575-2BF1-1215-BCF967AD335E}"/>
              </a:ext>
            </a:extLst>
          </p:cNvPr>
          <p:cNvSpPr/>
          <p:nvPr/>
        </p:nvSpPr>
        <p:spPr>
          <a:xfrm>
            <a:off x="9115289" y="3225543"/>
            <a:ext cx="168096" cy="1680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LID4096" sz="1798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C24053-E119-7ECF-F0C4-091D6AF92770}"/>
              </a:ext>
            </a:extLst>
          </p:cNvPr>
          <p:cNvSpPr/>
          <p:nvPr/>
        </p:nvSpPr>
        <p:spPr>
          <a:xfrm>
            <a:off x="0" y="5533668"/>
            <a:ext cx="6831106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fontAlgn="base">
              <a:defRPr/>
            </a:pPr>
            <a:r>
              <a:rPr lang="LID4096" sz="1600"/>
              <a:t>ORD is a</a:t>
            </a:r>
            <a:r>
              <a:rPr lang="de-DE" sz="1600" err="1"/>
              <a:t>n</a:t>
            </a:r>
            <a:r>
              <a:rPr lang="de-DE" sz="1600"/>
              <a:t> open</a:t>
            </a:r>
            <a:r>
              <a:rPr lang="LID4096" sz="1600"/>
              <a:t> standard for </a:t>
            </a:r>
            <a:r>
              <a:rPr lang="LID4096" sz="1600" b="1"/>
              <a:t>publishing and discovering </a:t>
            </a:r>
            <a:br>
              <a:rPr lang="de-DE" sz="1600" b="1"/>
            </a:br>
            <a:r>
              <a:rPr lang="LID4096" sz="1600" b="1"/>
              <a:t>metadata about application and service resources</a:t>
            </a:r>
            <a:r>
              <a:rPr lang="LID4096" sz="1600"/>
              <a:t>. </a:t>
            </a:r>
            <a:br>
              <a:rPr lang="de-DE" sz="1600"/>
            </a:br>
            <a:r>
              <a:rPr lang="LID4096" sz="1600"/>
              <a:t>It enables applications and services to </a:t>
            </a:r>
            <a:r>
              <a:rPr lang="LID4096" sz="1600" b="1"/>
              <a:t>self-describe their</a:t>
            </a:r>
            <a:r>
              <a:rPr lang="de-DE" sz="1600" b="1"/>
              <a:t> </a:t>
            </a:r>
            <a:r>
              <a:rPr lang="LID4096" sz="1600" b="1"/>
              <a:t>exposed</a:t>
            </a:r>
            <a:r>
              <a:rPr lang="de-DE" sz="1600" b="1"/>
              <a:t> </a:t>
            </a:r>
            <a:r>
              <a:rPr lang="LID4096" sz="1600" b="1"/>
              <a:t>capabilities</a:t>
            </a:r>
            <a:r>
              <a:rPr lang="LID4096" sz="1600"/>
              <a:t>, including </a:t>
            </a:r>
            <a:r>
              <a:rPr lang="LID4096" sz="1600" b="1"/>
              <a:t>APIs, Events, and Data Products</a:t>
            </a:r>
            <a:r>
              <a:rPr lang="LID4096" sz="1600"/>
              <a:t>, along with their detailed metadata, in a </a:t>
            </a:r>
            <a:r>
              <a:rPr lang="LID4096" sz="1600" b="1"/>
              <a:t>standardised and machine-readable</a:t>
            </a:r>
            <a:r>
              <a:rPr lang="de-DE" sz="1600" b="1"/>
              <a:t> </a:t>
            </a:r>
            <a:r>
              <a:rPr lang="LID4096" sz="1600" b="1"/>
              <a:t>way</a:t>
            </a:r>
            <a:r>
              <a:rPr lang="LID4096" sz="1600"/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18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071FC7C4E784409A0B1B35AC5DF581" ma:contentTypeVersion="24" ma:contentTypeDescription="Create a new document." ma:contentTypeScope="" ma:versionID="7624928db1d8c3f458340b8ae75cd38b">
  <xsd:schema xmlns:xsd="http://www.w3.org/2001/XMLSchema" xmlns:xs="http://www.w3.org/2001/XMLSchema" xmlns:p="http://schemas.microsoft.com/office/2006/metadata/properties" xmlns:ns2="120448a9-a456-4621-9d88-e5f4b11780cf" xmlns:ns3="699563ce-1da4-43ba-9830-95abc5c5632f" targetNamespace="http://schemas.microsoft.com/office/2006/metadata/properties" ma:root="true" ma:fieldsID="9a2a19d7d7abd3b508ea172245c6158e" ns2:_="" ns3:_="">
    <xsd:import namespace="120448a9-a456-4621-9d88-e5f4b11780cf"/>
    <xsd:import namespace="699563ce-1da4-43ba-9830-95abc5c563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Content" minOccurs="0"/>
                <xsd:element ref="ns2:ContentOwner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0448a9-a456-4621-9d88-e5f4b1178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Content" ma:index="14" nillable="true" ma:displayName="Content" ma:description="brief description of purpose" ma:format="Dropdown" ma:internalName="Content">
      <xsd:simpleType>
        <xsd:restriction base="dms:Text">
          <xsd:maxLength value="160"/>
        </xsd:restriction>
      </xsd:simpleType>
    </xsd:element>
    <xsd:element name="ContentOwner" ma:index="15" nillable="true" ma:displayName="Content Owner" ma:format="Dropdown" ma:list="UserInfo" ma:SharePointGroup="0" ma:internalName="Content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563ce-1da4-43ba-9830-95abc5c5632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2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7" nillable="true" ma:displayName="Taxonomy Catch All Column" ma:hidden="true" ma:list="{2c0c4c0b-96f6-4227-93fa-40edc8d25711}" ma:internalName="TaxCatchAll" ma:showField="CatchAllData" ma:web="699563ce-1da4-43ba-9830-95abc5c563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FormConfiguration><![CDATA[{"formFields":[{"distinct":false,"hideIfNoUserInteractionRequired":false,"required":false,"defaultValue":"SAP","autoSelectFirstOption":false,"shareValue":false,"type":"dropDown","dataSourceName":"PPTSubBrandLogos2023","dataSourceFieldName":"Name","name":"SAPLogo","label":"Select Template"}],"formDataEntries":[{"name":"SAPLogo","value":"pxB0tb4qiCEYCgGk2fAV86fXsKRk9ZMKiRC3VaLJ5C8="}]}]]></TemplafyForm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 xmlns="120448a9-a456-4621-9d88-e5f4b11780cf" xsi:nil="true"/>
    <ContentOwner xmlns="120448a9-a456-4621-9d88-e5f4b11780cf">
      <UserInfo>
        <DisplayName/>
        <AccountId xsi:nil="true"/>
        <AccountType/>
      </UserInfo>
    </ContentOwner>
    <lcf76f155ced4ddcb4097134ff3c332f xmlns="120448a9-a456-4621-9d88-e5f4b11780cf">
      <Terms xmlns="http://schemas.microsoft.com/office/infopath/2007/PartnerControls"/>
    </lcf76f155ced4ddcb4097134ff3c332f>
    <TaxCatchAll xmlns="699563ce-1da4-43ba-9830-95abc5c5632f" xsi:nil="true"/>
    <_dlc_DocId xmlns="699563ce-1da4-43ba-9830-95abc5c5632f">ODMDOC-670506375-51676</_dlc_DocId>
    <_dlc_DocIdUrl xmlns="699563ce-1da4-43ba-9830-95abc5c5632f">
      <Url>https://sap.sharepoint.com/sites/119166/_layouts/15/DocIdRedir.aspx?ID=ODMDOC-670506375-51676</Url>
      <Description>ODMDOC-670506375-51676</Description>
    </_dlc_DocIdUrl>
  </documentManagement>
</p:properties>
</file>

<file path=customXml/item6.xml><?xml version="1.0" encoding="utf-8"?>
<TemplafyTemplateConfiguration><![CDATA[{"elementsMetadata":[{"type":"shape","id":"2d5c50bc-0e83-4e98-92d0-52bf52290147","elementConfiguration":{"inheritDimensions":"{{InheritDimensions.InheritNone}}","width":"","height":"1 cm","image":"{{Form.SAPLogo.SubbrandWhite}}","visibility":"","type":"image","disableUpdates":false}},{"type":"shape","id":"b248e7f6-e671-4061-ac57-8a786905a09a","elementConfiguration":{"inheritDimensions":"{{InheritDimensions.InheritNone}}","width":"","height":"1 cm","image":"{{Form.SAPLogo.SubbrandWhite}}","visibility":"","type":"image","disableUpdates":false}},{"type":"shape","id":"7ad80084-4cf8-47de-bfe3-47e41d6bdbb1","elementConfiguration":{"inheritDimensions":"{{InheritDimensions.InheritNone}}","width":"","height":"1 cm","image":"{{Form.SAPLogo.SubbrandWhite}}","visibility":"","type":"image","disableUpdates":false}},{"type":"shape","id":"b204ff5e-c098-4a7d-bf2a-46e9c123aa46","elementConfiguration":{"inheritDimensions":"{{InheritDimensions.InheritNone}}","width":"","height":"1 cm","image":"{{Form.SAPLogo.SubbrandBlue}}","visibility":"","type":"image","disableUpdates":false}},{"type":"shape","id":"a8f71cf0-8a86-42ab-a818-072af213edfa","elementConfiguration":{"inheritDimensions":"{{InheritDimensions.InheritNone}}","width":"","height":"1 cm","image":"{{Form.SAPLogo.SubbrandBlack}}","visibility":"","type":"image","disableUpdates":false}},{"type":"shape","id":"73715449-ed34-4b24-81f7-1248b6c16eca","elementConfiguration":{"inheritDimensions":"{{InheritDimensions.InheritNone}}","width":"","height":"1 cm","image":"{{Form.SAPLogo.SubbrandBlue}}","visibility":"","type":"image","disableUpdates":false}},{"type":"shape","id":"e64ccaf0-8a63-4fbf-8075-0186f62d3619","elementConfiguration":{"inheritDimensions":"{{InheritDimensions.InheritNone}}","width":"","height":"1 cm","image":"{{Form.SAPLogo.SubbrandBlack}}","visibility":"","type":"image","disableUpdates":false}},{"type":"shape","id":"03b572ca-1632-4196-a31a-9f81d819abad","elementConfiguration":{"inheritDimensions":"{{InheritDimensions.InheritNone}}","width":"","height":"1 cm","image":"{{Form.SAPLogo.SubbrandBlue}}","visibility":"","type":"image","disableUpdates":false}},{"type":"shape","id":"b812ab84-7fed-44dd-952c-03f29939a749","elementConfiguration":{"inheritDimensions":"{{InheritDimensions.InheritNone}}","width":"","height":"1 cm","image":"{{Form.SAPLogo.SubbrandWhite}}","visibility":"","type":"image","disableUpdates":false}},{"type":"shape","id":"c0da0290-b9f2-417c-b4aa-e8373b4d1aa2","elementConfiguration":{"inheritDimensions":"{{InheritDimensions.InheritNone}}","width":"","height":"1 cm","image":"{{Form.SAPLogo.SubbrandBlue}}","visibility":"","type":"image","disableUpdates":false}},{"type":"shape","id":"9d934475-b15c-4270-89c1-a9d9827986df","elementConfiguration":{"inheritDimensions":"{{InheritDimensions.InheritNone}}","width":"","height":"1 cm","image":"{{Form.SAPLogo.SubbrandWhite}}","visibility":"","type":"image","disableUpdates":false}},{"type":"shape","id":"0ee61bac-5a14-4840-86fa-9174b8811044","elementConfiguration":{"inheritDimensions":"{{InheritDimensions.InheritNone}}","width":"","height":"1 cm","image":"{{Form.SAPLogo.SubbrandBlack}}","visibility":"","type":"image","disableUpdates":false}},{"type":"shape","id":"a52151ce-89de-41a3-83ff-70e410a8da28","elementConfiguration":{"inheritDimensions":"{{InheritDimensions.InheritNone}}","width":"","height":"1 cm","image":"{{Form.SAPLogo.SubbrandWhite}}","visibility":"","type":"image","disableUpdates":false}}],"transformationConfigurations":[],"templateName":"Blank - PowerPoint_20251111","templateDescription":"","enableDocumentContentUpdater":true,"version":"2.0"}]]></TemplafyTemplateConfiguration>
</file>

<file path=customXml/itemProps1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66DCDC-5E21-4B80-B923-075AD86F0055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FB11807E-8982-4224-80E8-19037A628418}">
  <ds:schemaRefs>
    <ds:schemaRef ds:uri="120448a9-a456-4621-9d88-e5f4b11780cf"/>
    <ds:schemaRef ds:uri="699563ce-1da4-43ba-9830-95abc5c563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CC49FFC8-2FF3-4057-96F0-3BCD1A4F0351}">
  <ds:schemaRefs/>
</ds:datastoreItem>
</file>

<file path=customXml/itemProps5.xml><?xml version="1.0" encoding="utf-8"?>
<ds:datastoreItem xmlns:ds="http://schemas.openxmlformats.org/officeDocument/2006/customXml" ds:itemID="{C1422F45-04DB-421D-8796-270006657806}">
  <ds:schemaRefs>
    <ds:schemaRef ds:uri="120448a9-a456-4621-9d88-e5f4b11780cf"/>
    <ds:schemaRef ds:uri="699563ce-1da4-43ba-9830-95abc5c563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6.xml><?xml version="1.0" encoding="utf-8"?>
<ds:datastoreItem xmlns:ds="http://schemas.openxmlformats.org/officeDocument/2006/customXml" ds:itemID="{626BBCBB-1894-4E66-BA48-9E91CE3ACBA0}">
  <ds:schemaRefs/>
</ds:datastoreItem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Application>Microsoft Office PowerPoint</Application>
  <PresentationFormat>Widescreen</PresentationFormat>
  <Slides>18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SAP Template</vt:lpstr>
      <vt:lpstr>PowerPoint Presentation</vt:lpstr>
      <vt:lpstr>PowerPoint Presentation</vt:lpstr>
      <vt:lpstr>Stage 1 </vt:lpstr>
      <vt:lpstr>Stage 2 </vt:lpstr>
      <vt:lpstr>PowerPoint Presentation</vt:lpstr>
      <vt:lpstr>Stage 3</vt:lpstr>
      <vt:lpstr>PowerPoint Presentation</vt:lpstr>
      <vt:lpstr>Stage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Gadamsetti, Vyshnavi</dc:creator>
  <cp:keywords/>
  <dc:description/>
  <cp:revision>1</cp:revision>
  <dcterms:created xsi:type="dcterms:W3CDTF">2026-03-12T11:25:23Z</dcterms:created>
  <dcterms:modified xsi:type="dcterms:W3CDTF">2026-09-15T09:15:10Z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0x0101002A071FC7C4E784409A0B1B35AC5DF581</vt:lpwstr>
  </property>
  <property fmtid="{D5CDD505-2E9C-101B-9397-08002B2CF9AE}" pid="4" name="Created by">
    <vt:lpwstr>omnidocs.com</vt:lpwstr>
  </property>
  <property fmtid="{D5CDD505-2E9C-101B-9397-08002B2CF9AE}" pid="5" name="TemplafyTimeStamp">
    <vt:lpwstr>2025-11-14T11:20:52</vt:lpwstr>
  </property>
  <property fmtid="{D5CDD505-2E9C-101B-9397-08002B2CF9AE}" pid="6" name="TemplafyTenantId">
    <vt:lpwstr>sap</vt:lpwstr>
  </property>
  <property fmtid="{D5CDD505-2E9C-101B-9397-08002B2CF9AE}" pid="7" name="TemplafyTemplateId">
    <vt:lpwstr>1319929787560231534</vt:lpwstr>
  </property>
  <property fmtid="{D5CDD505-2E9C-101B-9397-08002B2CF9AE}" pid="8" name="TemplafyUserProfileId">
    <vt:lpwstr>637716924511015091</vt:lpwstr>
  </property>
  <property fmtid="{D5CDD505-2E9C-101B-9397-08002B2CF9AE}" pid="9" name="TemplafyLanguageCode">
    <vt:lpwstr>en-US</vt:lpwstr>
  </property>
  <property fmtid="{D5CDD505-2E9C-101B-9397-08002B2CF9AE}" pid="10" name="TemplafyFromBlank">
    <vt:bool>true</vt:bool>
  </property>
  <property fmtid="{D5CDD505-2E9C-101B-9397-08002B2CF9AE}" pid="11" name="_dlc_DocIdItemGuid">
    <vt:lpwstr>a7223e14-5429-44f0-ae03-3d4690d3f7f6</vt:lpwstr>
  </property>
  <property fmtid="{D5CDD505-2E9C-101B-9397-08002B2CF9AE}" pid="12" name="MediaServiceImageTags">
    <vt:lpwstr/>
  </property>
</Properties>
</file>